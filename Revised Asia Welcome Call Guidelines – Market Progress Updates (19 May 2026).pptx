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147483641" r:id="rId3"/>
    <p:sldId id="2147483646" r:id="rId4"/>
    <p:sldId id="2147483643" r:id="rId5"/>
    <p:sldId id="2147483647" r:id="rId6"/>
    <p:sldId id="260" r:id="rId7"/>
    <p:sldId id="2147483644" r:id="rId8"/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C2C56-6F81-49E1-8F9E-93C0D20BC782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53442-264D-46AF-BE45-016A54D6EF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75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946A5-E944-67DD-C4E6-4C8E969F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07D09-5C34-5CEA-2EBA-DD7FDB00C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48A6B-4E19-6A9D-8733-6CC775EE9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2B9A4-845C-4AFF-2501-015BA0DED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4DFA36-CD8D-44ED-BD79-AB12F5CFADB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979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D3D0-19A8-56BE-025A-1F3845A35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46EC3-26BA-59B9-BAFE-673D96051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51FE6-9E73-452F-F3CC-FC4797BB4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8EF99-0CB8-0785-8A39-B21FEEF20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C3166B-AACA-4626-AE78-0EA2DAEC2A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553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C3166B-AACA-4626-AE78-0EA2DAEC2A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871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A6BB-84F6-32D0-B2E9-493A2648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D5EFA-67F1-995F-D5B8-2C6C35A3A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FB252-8903-D506-342D-D821FCC65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F4BD3-A6ED-59DC-3108-EC16DE301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C3166B-AACA-4626-AE78-0EA2DAEC2A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429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288F-54A0-7C8C-CDA3-6D30643A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B73FF-513A-2DC8-7DD3-53CDB11B2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45DD6-058B-FE65-CA82-803C9C835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1FE83-73AA-1E6D-56A3-BF639432C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C3166B-AACA-4626-AE78-0EA2DAEC2A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144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C3166B-AACA-4626-AE78-0EA2DAEC2A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87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emf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D8EC-8D67-AB84-3EB2-5817FC9D1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57AD0-FF41-0C3E-4554-3EDBA7772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4437D-725F-0514-CDA5-F6B0FC93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37DDC-4D08-0212-6B49-8CB0D58B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1EAEF-8575-ACF1-C58A-BD266261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89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9D8F-A26A-4C3A-A4FC-C81A7419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7CF9C-1A0B-4C2A-821C-E09F55C8C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90EC0-0609-D8A8-2A94-9A308D3F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42D1-C796-9DF8-34CB-210D33BF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FA9D0-5FCB-B079-B837-DADD751E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45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3F7C5-AEDE-BC99-94C5-F47841307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C673F-C8D0-7510-8398-187F27DEA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C8FE4-FC29-0474-D413-2B2109BF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5119-7C91-52BE-9D74-6CE3AE7F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7E55E-853B-81A4-445A-05B8AD81A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56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D774-DAE3-3EDD-433D-810E8117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54863-DDAB-0593-AE47-46F60E2C4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D0AB6-F92D-DD63-FFC5-6BE680743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187D5-E99B-DD08-732C-AE2833297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E3B6E-0CD7-2B94-7928-064CB733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BE00C-6DD6-0087-E59F-B90AEC22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55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DDEF-ADCB-910D-C7EB-9FC049C7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F5BB9-0F40-BE01-AAF6-2203B9A7A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C6C13-2A89-F741-CBD9-B21A9CD48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B3054A-BFC1-B67F-2656-4695DEE30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C25C9-2972-41D6-705B-A903E3D64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03E1E5-19ED-9AD9-FB62-4E6C6AAD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47F03-BC12-94F6-9991-0CC4E1BD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3321B-4504-1D5D-A101-9F953F16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07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1392-E5C1-5BB1-300F-97CBCD4B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84C6F-99CE-6A92-748A-761F555B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9E4AE-378B-FD0C-2F92-926F6CB2F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C737C-C119-8BF1-7680-F48E8E33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44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0775-5595-BD05-3CE0-1673B319A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23638-C523-73C7-8767-912FE6437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0BA72-0525-937F-1147-AC8202C7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73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6F1E-1EB0-C9FE-D162-EC525B3D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A0158-50D7-11D0-2E10-48FE73203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B2FE3-8791-029D-B5B3-A50537E3C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CD566-0848-4C24-CCA3-4CF7B619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EF05D-6D6E-566E-32BC-391276D1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8E32E-820C-34DD-1E4A-F897C0B1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96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E1EED-BE11-D7E1-D9FE-E8DE53B6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1BF2B1-ECC4-D001-50C8-2C5147FBC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67ACC-82CB-8F95-8D03-CE67CA2CA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33977-0352-9D42-3C53-B4E5283B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2BA01-C76B-9A8C-1FDF-46980E6C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B2C3A-9950-7DC0-AD06-8E1F1865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26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4DFD-6786-339E-22D0-70868302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0A49A-95E6-C03A-FFC8-9FE47DFCD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1C83F-8FFE-135B-0F0C-E90DE26C0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DE92F-8A8C-ABAB-12B7-D994E100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3F43-2E3A-A133-8878-E8D74C0B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11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60B2F3-9E69-C304-FC0D-D1E1DD123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878C6-C162-437E-BB33-89179BCC5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F386D-F7D9-E7AB-B66E-CCD1AB013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2CF68-CEE1-FB3A-3FD7-ED289CEE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692EB-3E6E-F8A7-C84B-B08C837F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424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 with fu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F88227A-FF4D-C96B-137E-22985D621A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5733" y="554780"/>
            <a:ext cx="7322967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baseline="0">
                <a:solidFill>
                  <a:schemeClr val="tx1"/>
                </a:solidFill>
              </a:defRPr>
            </a:lvl1pPr>
          </a:lstStyle>
          <a:p>
            <a:r>
              <a:rPr lang="en-CA" noProof="0"/>
              <a:t>Title of </a:t>
            </a:r>
            <a:br>
              <a:rPr lang="en-CA" noProof="0"/>
            </a:br>
            <a:r>
              <a:rPr lang="en-CA" noProof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732" y="4789255"/>
            <a:ext cx="7322968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1400" b="0" baseline="0">
                <a:solidFill>
                  <a:schemeClr val="tx1"/>
                </a:solidFill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en-CA" noProof="0"/>
              <a:t>Presenter Full Name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732" y="5459994"/>
            <a:ext cx="7322967" cy="267194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EE08E108-527B-4B52-98A7-35210C16A695}" type="datetime4">
              <a:rPr lang="en-CA" noProof="0" smtClean="0"/>
              <a:t>May 19, 2026</a:t>
            </a:fld>
            <a:endParaRPr lang="en-CA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051F6-97A8-498B-82C1-AD3B802194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5732" y="3773691"/>
            <a:ext cx="7322968" cy="749823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338328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984" indent="0">
              <a:buNone/>
              <a:defRPr>
                <a:solidFill>
                  <a:schemeClr val="bg1"/>
                </a:solidFill>
              </a:defRPr>
            </a:lvl4pPr>
            <a:lvl5pPr marL="138074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CA" noProof="0"/>
              <a:t>Subtitle of presentation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065985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6FA4FD-EB8E-3E19-ED39-42BF064968C2}"/>
              </a:ext>
            </a:extLst>
          </p:cNvPr>
          <p:cNvSpPr/>
          <p:nvPr userDrawn="1"/>
        </p:nvSpPr>
        <p:spPr>
          <a:xfrm>
            <a:off x="-775" y="0"/>
            <a:ext cx="645768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DB63E1-523A-F43E-D352-8EE8F21CF4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 l="16241" t="31782" r="16341" b="31058"/>
          <a:stretch>
            <a:fillRect/>
          </a:stretch>
        </p:blipFill>
        <p:spPr>
          <a:xfrm>
            <a:off x="-776" y="0"/>
            <a:ext cx="6457687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94C0293-6FAA-5483-5E3A-309DBBEA19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F88227A-FF4D-C96B-137E-22985D621A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175" y="0"/>
            <a:ext cx="5807825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5733" y="554780"/>
            <a:ext cx="5640267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 of </a:t>
            </a:r>
            <a:br>
              <a:rPr lang="en-CA" noProof="0"/>
            </a:br>
            <a:r>
              <a:rPr lang="en-CA" noProof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732" y="4789255"/>
            <a:ext cx="5640268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en-CA" noProof="0"/>
              <a:t>Presenter Full Name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732" y="5459994"/>
            <a:ext cx="5640267" cy="267194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fld id="{EE08E108-527B-4B52-98A7-35210C16A695}" type="datetime4">
              <a:rPr lang="en-CA" smtClean="0"/>
              <a:pPr/>
              <a:t>May 19, 2026</a:t>
            </a:fld>
            <a:endParaRPr lang="en-CA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3953" y="7010398"/>
            <a:ext cx="448047" cy="4572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051F6-97A8-498B-82C1-AD3B802194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5732" y="3773691"/>
            <a:ext cx="5640268" cy="749823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338328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984" indent="0">
              <a:buNone/>
              <a:defRPr>
                <a:solidFill>
                  <a:schemeClr val="bg1"/>
                </a:solidFill>
              </a:defRPr>
            </a:lvl4pPr>
            <a:lvl5pPr marL="138074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CA" noProof="0"/>
              <a:t>Subtitle of presentation goes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94B865-9CA8-AF45-6E68-BB49F1E9F0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43932" y="6306406"/>
            <a:ext cx="1452067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7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navy 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6FA4FD-EB8E-3E19-ED39-42BF064968C2}"/>
              </a:ext>
            </a:extLst>
          </p:cNvPr>
          <p:cNvSpPr/>
          <p:nvPr userDrawn="1"/>
        </p:nvSpPr>
        <p:spPr>
          <a:xfrm>
            <a:off x="-775" y="0"/>
            <a:ext cx="645768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E086AB-1B5C-F849-ADF9-E6E46ACC55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7854" t="33202" r="17224" b="31044"/>
          <a:stretch>
            <a:fillRect/>
          </a:stretch>
        </p:blipFill>
        <p:spPr>
          <a:xfrm>
            <a:off x="-775" y="0"/>
            <a:ext cx="6457686" cy="6858000"/>
          </a:xfrm>
          <a:prstGeom prst="rect">
            <a:avLst/>
          </a:prstGeom>
        </p:spPr>
      </p:pic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F88227A-FF4D-C96B-137E-22985D621A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94248" y="0"/>
            <a:ext cx="579775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5733" y="554780"/>
            <a:ext cx="5640267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 of </a:t>
            </a:r>
            <a:br>
              <a:rPr lang="en-CA" noProof="0"/>
            </a:br>
            <a:r>
              <a:rPr lang="en-CA" noProof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732" y="4789255"/>
            <a:ext cx="5640268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en-CA" noProof="0"/>
              <a:t>Presenter Full Name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732" y="5459994"/>
            <a:ext cx="5640267" cy="267194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fld id="{EE08E108-527B-4B52-98A7-35210C16A695}" type="datetime4">
              <a:rPr lang="en-CA" smtClean="0"/>
              <a:pPr/>
              <a:t>May 19, 2026</a:t>
            </a:fld>
            <a:endParaRPr lang="en-CA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3953" y="7010398"/>
            <a:ext cx="448047" cy="4572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051F6-97A8-498B-82C1-AD3B802194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5732" y="3773691"/>
            <a:ext cx="5640268" cy="749823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338328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984" indent="0">
              <a:buNone/>
              <a:defRPr>
                <a:solidFill>
                  <a:schemeClr val="bg1"/>
                </a:solidFill>
              </a:defRPr>
            </a:lvl4pPr>
            <a:lvl5pPr marL="138074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CA" noProof="0"/>
              <a:t>Subtitle of presentation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67373E-96D6-D535-9DA4-C3C552C3C2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471" y="6344755"/>
            <a:ext cx="1293070" cy="235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BF30F8-A443-5BEC-D1C7-2AEFE47EEF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43932" y="6306406"/>
            <a:ext cx="1452067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34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 Bar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6FA4FD-EB8E-3E19-ED39-42BF064968C2}"/>
              </a:ext>
            </a:extLst>
          </p:cNvPr>
          <p:cNvSpPr/>
          <p:nvPr userDrawn="1"/>
        </p:nvSpPr>
        <p:spPr>
          <a:xfrm>
            <a:off x="-775" y="0"/>
            <a:ext cx="28139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DB63E1-523A-F43E-D352-8EE8F21CF4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 l="29568" t="20641" r="29557" b="27643"/>
          <a:stretch>
            <a:fillRect/>
          </a:stretch>
        </p:blipFill>
        <p:spPr>
          <a:xfrm>
            <a:off x="0" y="0"/>
            <a:ext cx="2813206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94C0293-6FAA-5483-5E3A-309DBBEA19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94B865-9CA8-AF45-6E68-BB49F1E9F0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43932" y="6306406"/>
            <a:ext cx="1452067" cy="27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C21F38-30CD-7C1B-4FF6-603E8966C6A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C5F692D-68BA-DE4A-FA63-85A3D991ED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464" y="368300"/>
            <a:ext cx="1996024" cy="6660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47889C2-6339-AF66-4D67-D785DC93732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5731" y="1687513"/>
            <a:ext cx="2006757" cy="389255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210BB9A-8AE4-AEFB-A63E-53E2B218695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26961" y="1687514"/>
            <a:ext cx="8309309" cy="409098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CA" noProof="0"/>
              <a:t>Click icon to add table or chart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531C8ED-1387-BD3A-118E-F62F32C4CB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4959" y="368300"/>
            <a:ext cx="8341310" cy="77018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/>
              <a:t>Your subtitle slide here</a:t>
            </a:r>
          </a:p>
        </p:txBody>
      </p:sp>
    </p:spTree>
    <p:extLst>
      <p:ext uri="{BB962C8B-B14F-4D97-AF65-F5344CB8AC3E}">
        <p14:creationId xmlns:p14="http://schemas.microsoft.com/office/powerpoint/2010/main" val="74179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38">
          <p15:clr>
            <a:srgbClr val="FBAE40"/>
          </p15:clr>
        </p15:guide>
        <p15:guide id="3" orient="horz" pos="100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ide Bar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6FA4FD-EB8E-3E19-ED39-42BF064968C2}"/>
              </a:ext>
            </a:extLst>
          </p:cNvPr>
          <p:cNvSpPr/>
          <p:nvPr userDrawn="1"/>
        </p:nvSpPr>
        <p:spPr>
          <a:xfrm>
            <a:off x="-775" y="0"/>
            <a:ext cx="281398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2468A-C7D6-C677-1734-04A73DEE2F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0888" t="24403" r="30888" b="27288"/>
          <a:stretch>
            <a:fillRect/>
          </a:stretch>
        </p:blipFill>
        <p:spPr>
          <a:xfrm>
            <a:off x="-775" y="0"/>
            <a:ext cx="2813981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94B865-9CA8-AF45-6E68-BB49F1E9F0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43932" y="6306406"/>
            <a:ext cx="1452067" cy="27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C21F38-30CD-7C1B-4FF6-603E8966C6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FEC3E6-D9F2-1586-5942-4149C73957F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471" y="6344755"/>
            <a:ext cx="1293070" cy="23573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079285D-B9B3-6FA4-7EB7-EFE37A3263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464" y="368300"/>
            <a:ext cx="1996024" cy="6660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7" name="Content Placeholder 13">
            <a:extLst>
              <a:ext uri="{FF2B5EF4-FFF2-40B4-BE49-F238E27FC236}">
                <a16:creationId xmlns:a16="http://schemas.microsoft.com/office/drawing/2014/main" id="{B91A6576-4309-18AE-D6E8-894E1D7D27A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5731" y="1687513"/>
            <a:ext cx="2006757" cy="389255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B7A7021-FD14-FD67-8FEF-2349F6B162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26961" y="1687514"/>
            <a:ext cx="8309309" cy="409098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CA" noProof="0"/>
              <a:t>Click icon to add table or chart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D161F5C-F597-EE5C-6589-D298F49A28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4959" y="368300"/>
            <a:ext cx="8341310" cy="77018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/>
              <a:t>Your subtitle slide here</a:t>
            </a:r>
          </a:p>
        </p:txBody>
      </p:sp>
    </p:spTree>
    <p:extLst>
      <p:ext uri="{BB962C8B-B14F-4D97-AF65-F5344CB8AC3E}">
        <p14:creationId xmlns:p14="http://schemas.microsoft.com/office/powerpoint/2010/main" val="3358798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820E0DE-BD87-D4FB-2ACB-F93E0CA7AE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6464" y="472438"/>
            <a:ext cx="5464010" cy="3413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77EDDEA5-1DD6-4903-7CA1-D5D37EDA0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2990" y="472438"/>
            <a:ext cx="5464009" cy="341312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E2701F-0FB1-877E-D89C-CD0A02C2D3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1076" y="4296250"/>
            <a:ext cx="5439398" cy="365125"/>
          </a:xfrm>
        </p:spPr>
        <p:txBody>
          <a:bodyPr/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Speaker Name 01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C245BC8-C99E-D430-F251-D6E1A92223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076" y="4893468"/>
            <a:ext cx="5439398" cy="365125"/>
          </a:xfrm>
        </p:spPr>
        <p:txBody>
          <a:bodyPr/>
          <a:lstStyle>
            <a:lvl1pPr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099A2724-17EE-3B17-472C-E89E1944E6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7602" y="4296250"/>
            <a:ext cx="5439398" cy="365125"/>
          </a:xfrm>
        </p:spPr>
        <p:txBody>
          <a:bodyPr/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Speaker Name 02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18F1A66B-297D-1A23-2C9F-CDBEF72872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7602" y="4893468"/>
            <a:ext cx="5439398" cy="365125"/>
          </a:xfrm>
        </p:spPr>
        <p:txBody>
          <a:bodyPr/>
          <a:lstStyle>
            <a:lvl1pPr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533796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1ACA92-EDE2-735C-1A59-A98F3CD0B99C}"/>
              </a:ext>
            </a:extLst>
          </p:cNvPr>
          <p:cNvSpPr/>
          <p:nvPr userDrawn="1"/>
        </p:nvSpPr>
        <p:spPr>
          <a:xfrm>
            <a:off x="0" y="0"/>
            <a:ext cx="81174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80A0A34-692B-8DF2-42AE-3EA22D5088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BA425B-5632-1337-B83A-BBF9870ED5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74442" y="6290778"/>
            <a:ext cx="1728950" cy="324819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DE4792D-13B4-EEBB-7AA0-965E784E6B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17413" y="0"/>
            <a:ext cx="4074586" cy="51844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021BF-F405-A933-413E-3ECCF1BE904D}"/>
              </a:ext>
            </a:extLst>
          </p:cNvPr>
          <p:cNvSpPr/>
          <p:nvPr userDrawn="1"/>
        </p:nvSpPr>
        <p:spPr>
          <a:xfrm>
            <a:off x="8117414" y="5175850"/>
            <a:ext cx="4074586" cy="16821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E78467-01E3-14B7-8320-4ECBEE1915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</a:blip>
          <a:srcRect l="39351" t="15701" r="39460" b="57672"/>
          <a:stretch>
            <a:fillRect/>
          </a:stretch>
        </p:blipFill>
        <p:spPr>
          <a:xfrm rot="5400000">
            <a:off x="9313630" y="3979632"/>
            <a:ext cx="1682151" cy="4074587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6F5EFE8-A897-7DB4-4BD2-E5ABBF1592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5732" y="404813"/>
            <a:ext cx="6930403" cy="4926312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CA" noProof="0"/>
              <a:t>Click icon to add table or chart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CC1CD-6017-15AE-3F2A-C86171EB94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1152" y="5427342"/>
            <a:ext cx="3375118" cy="559390"/>
          </a:xfrm>
        </p:spPr>
        <p:txBody>
          <a:bodyPr/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Speaker Name 01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C926854D-70F0-6EFF-14A7-F3CD306DD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1151" y="6162675"/>
            <a:ext cx="3375119" cy="387350"/>
          </a:xfrm>
        </p:spPr>
        <p:txBody>
          <a:bodyPr/>
          <a:lstStyle>
            <a:lvl1pPr>
              <a:buNone/>
              <a:defRPr sz="1400" b="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542762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80549E-11A3-6A1C-BEC0-A332C20627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6847" y="1412876"/>
            <a:ext cx="1920514" cy="4398963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4F2151D-B4A0-B50D-A730-6F592E426F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6108" y="1412876"/>
            <a:ext cx="3240285" cy="439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D4626E47-EF90-6FCF-85C4-13DCD1A2424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6724" y="1412876"/>
            <a:ext cx="1920514" cy="439896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9ED94D6-B0A3-6C58-4208-ECBD30AD5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95985" y="1412876"/>
            <a:ext cx="3240285" cy="439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5216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  <p15:guide id="2" orient="horz" pos="89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80549E-11A3-6A1C-BEC0-A332C20627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6846" y="1412876"/>
            <a:ext cx="3532759" cy="264768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4F2151D-B4A0-B50D-A730-6F592E426F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846" y="4355024"/>
            <a:ext cx="3532759" cy="1456842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96D8917-8CA1-2F3E-F369-5DA3FB341B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29620" y="1412876"/>
            <a:ext cx="3532759" cy="264768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72ADFE2-0E3B-2E95-0191-B5ADAB859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9620" y="4355024"/>
            <a:ext cx="3532759" cy="1456842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89476F6F-DB04-83D7-C37B-C06798B996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92396" y="1412876"/>
            <a:ext cx="3532759" cy="2647681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B6F1652-17DB-2079-33FE-16367C0F9D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2396" y="4355024"/>
            <a:ext cx="3532759" cy="1456842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8765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  <p15:guide id="2" orient="horz" pos="89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732" y="404814"/>
            <a:ext cx="3171816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80549E-11A3-6A1C-BEC0-A332C20627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78646" y="0"/>
            <a:ext cx="791335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4F2151D-B4A0-B50D-A730-6F592E426F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3354" y="1447747"/>
            <a:ext cx="3114194" cy="2318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0206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  <p15:guide id="2" orient="horz" pos="89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771223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/>
          <a:p>
            <a:r>
              <a:rPr lang="en-CA" noProof="0"/>
              <a:t>Slide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CA64D4B-F13B-4926-B9D7-FE08922425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8939" y="6269038"/>
            <a:ext cx="7041724" cy="292350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</p:spTree>
    <p:extLst>
      <p:ext uri="{BB962C8B-B14F-4D97-AF65-F5344CB8AC3E}">
        <p14:creationId xmlns:p14="http://schemas.microsoft.com/office/powerpoint/2010/main" val="3787766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464" y="1434190"/>
            <a:ext cx="11277489" cy="4098705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0245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463" y="1893060"/>
            <a:ext cx="11277489" cy="38854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CA" noProof="0"/>
              <a:t>Click icon to add table or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0F0699-528E-4D23-AAD0-9014222C8A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463" y="1430890"/>
            <a:ext cx="11277489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0" baseline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en-CA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53783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>
            <a:lvl1pPr>
              <a:defRPr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463" y="1435608"/>
            <a:ext cx="5551856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noProof="0"/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463" y="2126106"/>
            <a:ext cx="5551856" cy="3499995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2952" y="1435608"/>
            <a:ext cx="5551856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noProof="0"/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2952" y="2126106"/>
            <a:ext cx="5551856" cy="3499995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5574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32F7-6B32-4C34-AD3E-BF597CA11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465" y="472438"/>
            <a:ext cx="8059270" cy="792167"/>
          </a:xfrm>
        </p:spPr>
        <p:txBody>
          <a:bodyPr/>
          <a:lstStyle>
            <a:lvl1pPr>
              <a:defRPr/>
            </a:lvl1pPr>
          </a:lstStyle>
          <a:p>
            <a:r>
              <a:rPr lang="en-CA" noProof="0"/>
              <a:t>Agenda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5B93E3-EEA6-456D-B67D-D16BEF5255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466" y="1562100"/>
            <a:ext cx="3867177" cy="4165600"/>
          </a:xfrm>
        </p:spPr>
        <p:txBody>
          <a:bodyPr/>
          <a:lstStyle>
            <a:lvl1pPr>
              <a:buSzPct val="115000"/>
              <a:defRPr/>
            </a:lvl1pPr>
            <a:lvl2pPr>
              <a:buSzPct val="115000"/>
              <a:defRPr/>
            </a:lvl2pPr>
            <a:lvl3pPr>
              <a:buSzPct val="115000"/>
              <a:defRPr/>
            </a:lvl3pPr>
            <a:lvl4pPr>
              <a:buSzPct val="115000"/>
              <a:defRPr/>
            </a:lvl4pPr>
            <a:lvl5pPr marL="1609344" indent="-228600">
              <a:buSzPct val="115000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98613" indent="-228600">
              <a:buFont typeface="Arial" panose="020B0604020202020204" pitchFamily="34" charset="0"/>
              <a:buChar char="•"/>
              <a:defRPr sz="1400"/>
            </a:lvl6pPr>
            <a:lvl7pPr>
              <a:buSzPct val="115000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buSzPct val="115000"/>
              <a:defRPr/>
            </a:lvl8pPr>
            <a:lvl9pPr>
              <a:buSzPct val="115000"/>
              <a:defRPr/>
            </a:lvl9pPr>
          </a:lstStyle>
          <a:p>
            <a:pPr lvl="0"/>
            <a:r>
              <a:rPr lang="en-CA" noProof="0"/>
              <a:t>Section headline or item 1</a:t>
            </a:r>
          </a:p>
          <a:p>
            <a:pPr lvl="1"/>
            <a:r>
              <a:rPr lang="en-CA" noProof="0"/>
              <a:t>Item 2</a:t>
            </a:r>
          </a:p>
          <a:p>
            <a:pPr lvl="2"/>
            <a:r>
              <a:rPr lang="en-CA" noProof="0"/>
              <a:t>Item 3</a:t>
            </a:r>
          </a:p>
          <a:p>
            <a:pPr lvl="3"/>
            <a:r>
              <a:rPr lang="en-CA" noProof="0"/>
              <a:t>Item 4</a:t>
            </a:r>
          </a:p>
          <a:p>
            <a:pPr lvl="4"/>
            <a:r>
              <a:rPr lang="en-CA" noProof="0"/>
              <a:t>Item 5</a:t>
            </a:r>
          </a:p>
          <a:p>
            <a:pPr marL="1609344" lvl="6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</a:pPr>
            <a:r>
              <a:rPr lang="en-CA" noProof="0"/>
              <a:t>Item 6</a:t>
            </a:r>
          </a:p>
          <a:p>
            <a:pPr lvl="6"/>
            <a:r>
              <a:rPr lang="en-CA" noProof="0"/>
              <a:t>Item 7</a:t>
            </a:r>
          </a:p>
          <a:p>
            <a:pPr lvl="7"/>
            <a:r>
              <a:rPr lang="en-CA" noProof="0"/>
              <a:t>Item 8</a:t>
            </a:r>
          </a:p>
          <a:p>
            <a:pPr lvl="8"/>
            <a:r>
              <a:rPr lang="en-CA" noProof="0"/>
              <a:t>Item 9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B5CC3B4-AAE4-300A-76A8-D8509DD6D4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8557" y="1562100"/>
            <a:ext cx="3867177" cy="4165600"/>
          </a:xfrm>
        </p:spPr>
        <p:txBody>
          <a:bodyPr/>
          <a:lstStyle>
            <a:lvl1pPr>
              <a:buSzPct val="115000"/>
              <a:defRPr/>
            </a:lvl1pPr>
            <a:lvl2pPr>
              <a:buSzPct val="115000"/>
              <a:defRPr/>
            </a:lvl2pPr>
            <a:lvl3pPr>
              <a:buSzPct val="115000"/>
              <a:defRPr/>
            </a:lvl3pPr>
            <a:lvl4pPr>
              <a:buSzPct val="115000"/>
              <a:defRPr/>
            </a:lvl4pPr>
            <a:lvl5pPr marL="1609344" indent="-228600">
              <a:buSzPct val="115000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98613" indent="-228600">
              <a:buFont typeface="Arial" panose="020B0604020202020204" pitchFamily="34" charset="0"/>
              <a:buChar char="•"/>
              <a:defRPr sz="1400"/>
            </a:lvl6pPr>
            <a:lvl7pPr>
              <a:buSzPct val="115000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buSzPct val="115000"/>
              <a:defRPr/>
            </a:lvl8pPr>
            <a:lvl9pPr>
              <a:buSzPct val="115000"/>
              <a:defRPr/>
            </a:lvl9pPr>
          </a:lstStyle>
          <a:p>
            <a:pPr lvl="0"/>
            <a:r>
              <a:rPr lang="en-CA" noProof="0"/>
              <a:t>Section headline or item 1</a:t>
            </a:r>
          </a:p>
          <a:p>
            <a:pPr lvl="1"/>
            <a:r>
              <a:rPr lang="en-CA" noProof="0"/>
              <a:t>Item 2</a:t>
            </a:r>
          </a:p>
          <a:p>
            <a:pPr lvl="2"/>
            <a:r>
              <a:rPr lang="en-CA" noProof="0"/>
              <a:t>Item 3</a:t>
            </a:r>
          </a:p>
          <a:p>
            <a:pPr lvl="3"/>
            <a:r>
              <a:rPr lang="en-CA" noProof="0"/>
              <a:t>Item 4</a:t>
            </a:r>
          </a:p>
          <a:p>
            <a:pPr lvl="4"/>
            <a:r>
              <a:rPr lang="en-CA" noProof="0"/>
              <a:t>Item 5</a:t>
            </a:r>
          </a:p>
          <a:p>
            <a:pPr marL="1609344" lvl="6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</a:pPr>
            <a:r>
              <a:rPr lang="en-CA" noProof="0"/>
              <a:t>Item 6</a:t>
            </a:r>
          </a:p>
          <a:p>
            <a:pPr lvl="6"/>
            <a:r>
              <a:rPr lang="en-CA" noProof="0"/>
              <a:t>Item 7</a:t>
            </a:r>
          </a:p>
          <a:p>
            <a:pPr lvl="7"/>
            <a:r>
              <a:rPr lang="en-CA" noProof="0"/>
              <a:t>Item 8</a:t>
            </a:r>
          </a:p>
          <a:p>
            <a:pPr lvl="8"/>
            <a:r>
              <a:rPr lang="en-CA" noProof="0"/>
              <a:t>Item 9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FF25E23-321F-0449-7B0F-0F31F83A27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50649" y="0"/>
            <a:ext cx="3341351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79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with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931525-8ADD-DC67-89F0-C94F6A52D0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4" y="-1"/>
            <a:ext cx="12187235" cy="6860681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9027" y="780239"/>
            <a:ext cx="7289003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CA" noProof="0"/>
              <a:t>Chapter slide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7B8E653-C78C-4F95-30D2-87FC146669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CE9AE4-36A2-ED39-E615-D08D6306B8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0332" y="6339364"/>
            <a:ext cx="1571773" cy="29529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30266-F672-CF14-BE8A-F5621E3834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451261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04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slide with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931525-8ADD-DC67-89F0-C94F6A52D0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4" y="-1"/>
            <a:ext cx="12187235" cy="686068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9027" y="780239"/>
            <a:ext cx="7289003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Chapter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B57444-A1A9-04F7-A712-D42415DAE5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471" y="6344755"/>
            <a:ext cx="1293070" cy="235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82531E-D1F8-60C8-650D-CF0E62FC3F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72760" y="6323210"/>
            <a:ext cx="1619672" cy="3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40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769">
          <p15:clr>
            <a:srgbClr val="FBAE40"/>
          </p15:clr>
        </p15:guide>
        <p15:guide id="2" pos="5789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slide with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931525-8ADD-DC67-89F0-C94F6A52D0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5" y="-1"/>
            <a:ext cx="12187233" cy="686068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9027" y="780239"/>
            <a:ext cx="7289003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Chapter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2531E-D1F8-60C8-650D-CF0E62FC3F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2760" y="6323210"/>
            <a:ext cx="1619672" cy="30745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F02C163-49CA-FB6E-0BC8-6A21C8128F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06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769">
          <p15:clr>
            <a:srgbClr val="FBAE40"/>
          </p15:clr>
        </p15:guide>
        <p15:guide id="2" pos="578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6360501" cy="792167"/>
          </a:xfrm>
        </p:spPr>
        <p:txBody>
          <a:bodyPr/>
          <a:lstStyle/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434589"/>
            <a:ext cx="6360500" cy="4171082"/>
          </a:xfrm>
        </p:spPr>
        <p:txBody>
          <a:bodyPr>
            <a:noAutofit/>
          </a:bodyPr>
          <a:lstStyle>
            <a:lvl1pPr>
              <a:buClrTx/>
              <a:defRPr sz="2000" baseline="0">
                <a:latin typeface="+mn-lt"/>
              </a:defRPr>
            </a:lvl1pPr>
            <a:lvl2pPr>
              <a:buClrTx/>
              <a:defRPr sz="1800">
                <a:latin typeface="+mn-lt"/>
              </a:defRPr>
            </a:lvl2pPr>
            <a:lvl3pPr>
              <a:buClrTx/>
              <a:defRPr sz="1600">
                <a:latin typeface="+mn-lt"/>
              </a:defRPr>
            </a:lvl3pPr>
            <a:lvl4pPr>
              <a:buClrTx/>
              <a:defRPr sz="1400">
                <a:latin typeface="+mn-lt"/>
              </a:defRPr>
            </a:lvl4pPr>
            <a:lvl5pPr>
              <a:buClrTx/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4275E0F-5213-D638-A44B-895D66F63C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86442" y="14544"/>
            <a:ext cx="5005558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4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ntent with 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EDD4E2-6E20-BDA3-80EE-477062F9B76B}"/>
              </a:ext>
            </a:extLst>
          </p:cNvPr>
          <p:cNvSpPr/>
          <p:nvPr userDrawn="1"/>
        </p:nvSpPr>
        <p:spPr>
          <a:xfrm>
            <a:off x="-775" y="0"/>
            <a:ext cx="718721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174A6D8-90EB-A5F9-D19B-56E27561E0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6360501" cy="792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434589"/>
            <a:ext cx="6360500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4275E0F-5213-D638-A44B-895D66F63C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86442" y="14544"/>
            <a:ext cx="5005558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CE78D5-E1B6-F8FF-6B88-55DAAA8C0F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11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navy content with 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EDD4E2-6E20-BDA3-80EE-477062F9B76B}"/>
              </a:ext>
            </a:extLst>
          </p:cNvPr>
          <p:cNvSpPr/>
          <p:nvPr userDrawn="1"/>
        </p:nvSpPr>
        <p:spPr>
          <a:xfrm>
            <a:off x="-775" y="0"/>
            <a:ext cx="718721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6360501" cy="792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434589"/>
            <a:ext cx="6360500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4275E0F-5213-D638-A44B-895D66F63C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86442" y="14544"/>
            <a:ext cx="5005558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D8E9A-C6D7-2596-4CF6-FDF24AE30D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471" y="6344755"/>
            <a:ext cx="1293070" cy="235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D28B7B-CE5C-1F9F-149E-C76C0A38C8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18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White and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1D0D1A5-AF11-279F-255F-07EDC1FF8DCD}"/>
              </a:ext>
            </a:extLst>
          </p:cNvPr>
          <p:cNvSpPr/>
          <p:nvPr userDrawn="1"/>
        </p:nvSpPr>
        <p:spPr>
          <a:xfrm>
            <a:off x="1" y="0"/>
            <a:ext cx="60956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09725-C47B-454B-8484-727AC72FBD78}"/>
              </a:ext>
            </a:extLst>
          </p:cNvPr>
          <p:cNvSpPr/>
          <p:nvPr userDrawn="1"/>
        </p:nvSpPr>
        <p:spPr>
          <a:xfrm>
            <a:off x="6095612" y="0"/>
            <a:ext cx="609638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5" y="472438"/>
            <a:ext cx="5227729" cy="792167"/>
          </a:xfrm>
        </p:spPr>
        <p:txBody>
          <a:bodyPr/>
          <a:lstStyle/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434589"/>
            <a:ext cx="522772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latin typeface="+mn-lt"/>
              </a:defRPr>
            </a:lvl1pPr>
            <a:lvl2pPr>
              <a:buClrTx/>
              <a:defRPr sz="1800">
                <a:latin typeface="+mn-lt"/>
              </a:defRPr>
            </a:lvl2pPr>
            <a:lvl3pPr>
              <a:buClrTx/>
              <a:defRPr sz="1600">
                <a:latin typeface="+mn-lt"/>
              </a:defRPr>
            </a:lvl3pPr>
            <a:lvl4pPr>
              <a:buClrTx/>
              <a:defRPr sz="1400">
                <a:latin typeface="+mn-lt"/>
              </a:defRPr>
            </a:lvl4pPr>
            <a:lvl5pPr>
              <a:buClrTx/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598F5A0-5B82-08E5-D350-3E5D06F1FF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07763" y="1434191"/>
            <a:ext cx="5236191" cy="4592404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B162C8F-4A8E-94FB-6585-E7A8F79B12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7763" y="472438"/>
            <a:ext cx="5228506" cy="792167"/>
          </a:xfrm>
        </p:spPr>
        <p:txBody>
          <a:bodyPr/>
          <a:lstStyle>
            <a:lvl1pPr marL="0" indent="0">
              <a:buNone/>
              <a:defRPr lang="en-US" sz="24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091902C-3A78-BD01-E8B5-ED4E85BDB9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C33B34-AA52-AAF5-B942-273B312E86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144" y="6324600"/>
            <a:ext cx="1725809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90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White and Dark Nav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909725-C47B-454B-8484-727AC72FBD78}"/>
              </a:ext>
            </a:extLst>
          </p:cNvPr>
          <p:cNvSpPr/>
          <p:nvPr userDrawn="1"/>
        </p:nvSpPr>
        <p:spPr>
          <a:xfrm>
            <a:off x="6095612" y="0"/>
            <a:ext cx="609638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5" y="472438"/>
            <a:ext cx="5227729" cy="792167"/>
          </a:xfrm>
        </p:spPr>
        <p:txBody>
          <a:bodyPr/>
          <a:lstStyle/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434589"/>
            <a:ext cx="522772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latin typeface="+mn-lt"/>
              </a:defRPr>
            </a:lvl1pPr>
            <a:lvl2pPr>
              <a:buClrTx/>
              <a:defRPr sz="1800">
                <a:latin typeface="+mn-lt"/>
              </a:defRPr>
            </a:lvl2pPr>
            <a:lvl3pPr>
              <a:buClrTx/>
              <a:defRPr sz="1600">
                <a:latin typeface="+mn-lt"/>
              </a:defRPr>
            </a:lvl3pPr>
            <a:lvl4pPr>
              <a:buClrTx/>
              <a:defRPr sz="1400">
                <a:latin typeface="+mn-lt"/>
              </a:defRPr>
            </a:lvl4pPr>
            <a:lvl5pPr>
              <a:buClrTx/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598F5A0-5B82-08E5-D350-3E5D06F1FF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07763" y="1434191"/>
            <a:ext cx="5236191" cy="4592404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B162C8F-4A8E-94FB-6585-E7A8F79B12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7763" y="472438"/>
            <a:ext cx="5228506" cy="792167"/>
          </a:xfrm>
        </p:spPr>
        <p:txBody>
          <a:bodyPr/>
          <a:lstStyle>
            <a:lvl1pPr marL="0" indent="0">
              <a:buNone/>
              <a:defRPr lang="en-US" sz="24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B820D5-AB43-2EEB-9C2E-8B841D0BF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18144" y="6324600"/>
            <a:ext cx="1725809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98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Green and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>
            <a:off x="-775" y="0"/>
            <a:ext cx="6096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09725-C47B-454B-8484-727AC72FBD78}"/>
              </a:ext>
            </a:extLst>
          </p:cNvPr>
          <p:cNvSpPr/>
          <p:nvPr userDrawn="1"/>
        </p:nvSpPr>
        <p:spPr>
          <a:xfrm>
            <a:off x="6095612" y="0"/>
            <a:ext cx="609638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5" y="472438"/>
            <a:ext cx="5227729" cy="792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434589"/>
            <a:ext cx="522772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598F5A0-5B82-08E5-D350-3E5D06F1FF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07763" y="1434191"/>
            <a:ext cx="5236191" cy="4592404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tx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B162C8F-4A8E-94FB-6585-E7A8F79B12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7763" y="472438"/>
            <a:ext cx="5228506" cy="792167"/>
          </a:xfrm>
        </p:spPr>
        <p:txBody>
          <a:bodyPr/>
          <a:lstStyle>
            <a:lvl1pPr marL="0" indent="0">
              <a:buNone/>
              <a:defRPr lang="en-US" sz="2400" b="1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8B1015-B734-54B5-B2C8-A11EFE0DD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7C4D5B-CDCF-A678-F947-8588BEF6F2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36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Dark Navy and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>
            <a:off x="-775" y="0"/>
            <a:ext cx="609638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09725-C47B-454B-8484-727AC72FBD78}"/>
              </a:ext>
            </a:extLst>
          </p:cNvPr>
          <p:cNvSpPr/>
          <p:nvPr userDrawn="1"/>
        </p:nvSpPr>
        <p:spPr>
          <a:xfrm>
            <a:off x="6095612" y="0"/>
            <a:ext cx="609638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5" y="472438"/>
            <a:ext cx="5227729" cy="792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434589"/>
            <a:ext cx="522772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598F5A0-5B82-08E5-D350-3E5D06F1FF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07763" y="1434191"/>
            <a:ext cx="5236191" cy="4592404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tx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B162C8F-4A8E-94FB-6585-E7A8F79B12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7763" y="472438"/>
            <a:ext cx="5228506" cy="792167"/>
          </a:xfrm>
        </p:spPr>
        <p:txBody>
          <a:bodyPr/>
          <a:lstStyle>
            <a:lvl1pPr marL="0" indent="0">
              <a:buNone/>
              <a:defRPr lang="en-US" sz="2400" b="1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642FF9-B7B4-5FB0-6B0D-96CA904F12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471" y="6344755"/>
            <a:ext cx="1293070" cy="2357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1CC561-CC38-0333-5303-4B88F99FA5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15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Green and Dark Nav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>
            <a:off x="-775" y="0"/>
            <a:ext cx="6096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09725-C47B-454B-8484-727AC72FBD78}"/>
              </a:ext>
            </a:extLst>
          </p:cNvPr>
          <p:cNvSpPr/>
          <p:nvPr userDrawn="1"/>
        </p:nvSpPr>
        <p:spPr>
          <a:xfrm>
            <a:off x="6095612" y="0"/>
            <a:ext cx="609638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5" y="472438"/>
            <a:ext cx="5227729" cy="792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434589"/>
            <a:ext cx="522772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598F5A0-5B82-08E5-D350-3E5D06F1FF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07763" y="1434191"/>
            <a:ext cx="5236191" cy="4592404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B162C8F-4A8E-94FB-6585-E7A8F79B12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7763" y="472438"/>
            <a:ext cx="5228506" cy="792167"/>
          </a:xfrm>
        </p:spPr>
        <p:txBody>
          <a:bodyPr/>
          <a:lstStyle>
            <a:lvl1pPr marL="0" indent="0">
              <a:buNone/>
              <a:defRPr lang="en-US" sz="24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8B1015-B734-54B5-B2C8-A11EFE0DD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C8BC38-49AE-E882-828A-A2F8253BAB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144" y="6324600"/>
            <a:ext cx="1725809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91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green and one third whit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0A4A14-4849-2F90-E799-C3BB613D8E1D}"/>
              </a:ext>
            </a:extLst>
          </p:cNvPr>
          <p:cNvSpPr/>
          <p:nvPr userDrawn="1"/>
        </p:nvSpPr>
        <p:spPr>
          <a:xfrm>
            <a:off x="8140673" y="0"/>
            <a:ext cx="40513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>
            <a:off x="-776" y="1"/>
            <a:ext cx="8141449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8B1015-B734-54B5-B2C8-A11EFE0DD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035766-B6F6-CCC5-54EF-C4AA48A63E1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610549" y="472439"/>
            <a:ext cx="3167824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tx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FB76F2C-3DED-26FA-4607-7BFD8B0730F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1" y="1434589"/>
            <a:ext cx="726366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D363AE2-FD81-1442-8F15-3580167F4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7263669" cy="792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6F4F22-91CD-91FB-B510-642480A948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17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dark navy and one third whit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65CACE-91B2-8F04-532F-0E5D83228CAD}"/>
              </a:ext>
            </a:extLst>
          </p:cNvPr>
          <p:cNvSpPr/>
          <p:nvPr userDrawn="1"/>
        </p:nvSpPr>
        <p:spPr>
          <a:xfrm>
            <a:off x="8140673" y="0"/>
            <a:ext cx="40513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>
            <a:off x="-776" y="1"/>
            <a:ext cx="8141449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035766-B6F6-CCC5-54EF-C4AA48A63E1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610549" y="472439"/>
            <a:ext cx="3167824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tx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FB76F2C-3DED-26FA-4607-7BFD8B0730F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1" y="1434589"/>
            <a:ext cx="726366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D363AE2-FD81-1442-8F15-3580167F4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7263669" cy="792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742037-39F2-99B7-F87A-CE3834AF33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471" y="6344755"/>
            <a:ext cx="1293070" cy="235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1D535-B965-93DD-41C3-343D40D59A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932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white one third gre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8C3F21-85A9-5ABB-8E8D-DE1EF54A0772}"/>
              </a:ext>
            </a:extLst>
          </p:cNvPr>
          <p:cNvSpPr/>
          <p:nvPr userDrawn="1"/>
        </p:nvSpPr>
        <p:spPr>
          <a:xfrm>
            <a:off x="0" y="1"/>
            <a:ext cx="819692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 flipH="1">
            <a:off x="8140673" y="1"/>
            <a:ext cx="4051327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035766-B6F6-CCC5-54EF-C4AA48A63E1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610549" y="472439"/>
            <a:ext cx="3167824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FB76F2C-3DED-26FA-4607-7BFD8B0730F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1" y="1434589"/>
            <a:ext cx="726366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tx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D363AE2-FD81-1442-8F15-3580167F4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7263669" cy="7921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50C86-1EA4-D13E-7FEB-3859F3B6D9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18144" y="6324600"/>
            <a:ext cx="1725809" cy="3276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6E487F8-B649-7860-CF7C-97ACF39024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8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white one third dark n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FF4708-D9CF-36D7-40D6-3BA85078A0B8}"/>
              </a:ext>
            </a:extLst>
          </p:cNvPr>
          <p:cNvSpPr/>
          <p:nvPr userDrawn="1"/>
        </p:nvSpPr>
        <p:spPr>
          <a:xfrm>
            <a:off x="0" y="1"/>
            <a:ext cx="819692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9DD8D9-86D9-82BA-2D3A-F1FD72458F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 flipH="1">
            <a:off x="8140673" y="1"/>
            <a:ext cx="4051327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035766-B6F6-CCC5-54EF-C4AA48A63E1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610549" y="472439"/>
            <a:ext cx="3167824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FB76F2C-3DED-26FA-4607-7BFD8B0730F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1" y="1434589"/>
            <a:ext cx="7263668" cy="458804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tx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D363AE2-FD81-1442-8F15-3580167F4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7263669" cy="7921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1B0EDB-B0B6-A9CB-A062-D109F77F3C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144" y="6324600"/>
            <a:ext cx="1725809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00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(Green Blue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D973EC-5E81-1BD5-6642-BBEEF2DB4D30}"/>
              </a:ext>
            </a:extLst>
          </p:cNvPr>
          <p:cNvSpPr/>
          <p:nvPr userDrawn="1"/>
        </p:nvSpPr>
        <p:spPr>
          <a:xfrm>
            <a:off x="8140673" y="0"/>
            <a:ext cx="40513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86019-6B70-D7CC-D263-ABAA5A7329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7134DB-39B2-0816-4C40-FE90F8F81CD6}"/>
              </a:ext>
            </a:extLst>
          </p:cNvPr>
          <p:cNvSpPr/>
          <p:nvPr userDrawn="1"/>
        </p:nvSpPr>
        <p:spPr>
          <a:xfrm>
            <a:off x="4075215" y="1"/>
            <a:ext cx="4065459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>
            <a:off x="-775" y="1"/>
            <a:ext cx="407599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472439"/>
            <a:ext cx="3195476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8B1015-B734-54B5-B2C8-A11EFE0DD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4A8C62-9966-4024-082E-351660290F4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22613" y="472439"/>
            <a:ext cx="3196786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035766-B6F6-CCC5-54EF-C4AA48A63E1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610549" y="472439"/>
            <a:ext cx="3167824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tx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1985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(Green Dark Navy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8E1AF7-84A2-D371-A85C-225E38ED1F02}"/>
              </a:ext>
            </a:extLst>
          </p:cNvPr>
          <p:cNvSpPr/>
          <p:nvPr userDrawn="1"/>
        </p:nvSpPr>
        <p:spPr>
          <a:xfrm>
            <a:off x="8140673" y="0"/>
            <a:ext cx="40513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87A69-AAA7-D44E-C566-597F5949B9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7134DB-39B2-0816-4C40-FE90F8F81CD6}"/>
              </a:ext>
            </a:extLst>
          </p:cNvPr>
          <p:cNvSpPr/>
          <p:nvPr userDrawn="1"/>
        </p:nvSpPr>
        <p:spPr>
          <a:xfrm>
            <a:off x="4075215" y="1"/>
            <a:ext cx="4065459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>
            <a:off x="-775" y="1"/>
            <a:ext cx="407599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472439"/>
            <a:ext cx="3195476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8B1015-B734-54B5-B2C8-A11EFE0DD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4A8C62-9966-4024-082E-351660290F4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22613" y="472439"/>
            <a:ext cx="3196786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035766-B6F6-CCC5-54EF-C4AA48A63E1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610549" y="472439"/>
            <a:ext cx="3167824" cy="5550195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tx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tx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0415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97134DB-39B2-0816-4C40-FE90F8F81CD6}"/>
              </a:ext>
            </a:extLst>
          </p:cNvPr>
          <p:cNvSpPr/>
          <p:nvPr userDrawn="1"/>
        </p:nvSpPr>
        <p:spPr>
          <a:xfrm>
            <a:off x="4075216" y="1264605"/>
            <a:ext cx="4075990" cy="55933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AEB3F0-B8D2-E39E-56E6-9C085C0F99AE}"/>
              </a:ext>
            </a:extLst>
          </p:cNvPr>
          <p:cNvSpPr/>
          <p:nvPr userDrawn="1"/>
        </p:nvSpPr>
        <p:spPr>
          <a:xfrm>
            <a:off x="8151206" y="1264605"/>
            <a:ext cx="4065459" cy="55933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07DF2-FE5D-411E-4C18-0234D7EFAC25}"/>
              </a:ext>
            </a:extLst>
          </p:cNvPr>
          <p:cNvSpPr/>
          <p:nvPr userDrawn="1"/>
        </p:nvSpPr>
        <p:spPr>
          <a:xfrm>
            <a:off x="-775" y="1264605"/>
            <a:ext cx="4075990" cy="55933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311909" cy="639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CA" noProof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8F78-9394-F967-473C-67BA1D7334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5732" y="1584127"/>
            <a:ext cx="3195476" cy="4438507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8B1015-B734-54B5-B2C8-A11EFE0DD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4A8C62-9966-4024-082E-351660290F4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22613" y="1584127"/>
            <a:ext cx="3196786" cy="4438507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035766-B6F6-CCC5-54EF-C4AA48A63E1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610549" y="1584127"/>
            <a:ext cx="3167824" cy="4438507"/>
          </a:xfrm>
        </p:spPr>
        <p:txBody>
          <a:bodyPr>
            <a:noAutofit/>
          </a:bodyPr>
          <a:lstStyle>
            <a:lvl1pPr>
              <a:buClrTx/>
              <a:defRPr sz="2000" baseline="0">
                <a:solidFill>
                  <a:schemeClr val="bg1"/>
                </a:solidFill>
                <a:latin typeface="+mn-lt"/>
              </a:defRPr>
            </a:lvl1pPr>
            <a:lvl2pPr>
              <a:buClrTx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ClrTx/>
              <a:defRPr sz="1600">
                <a:solidFill>
                  <a:schemeClr val="bg1"/>
                </a:solidFill>
                <a:latin typeface="+mn-lt"/>
              </a:defRPr>
            </a:lvl3pPr>
            <a:lvl4pPr>
              <a:buClrTx/>
              <a:defRPr sz="1400">
                <a:solidFill>
                  <a:schemeClr val="bg1"/>
                </a:solidFill>
                <a:latin typeface="+mn-lt"/>
              </a:defRPr>
            </a:lvl4pPr>
            <a:lvl5pPr>
              <a:buClrTx/>
              <a:defRPr sz="1400">
                <a:solidFill>
                  <a:schemeClr val="bg1"/>
                </a:solidFill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24054B-8FF0-C39B-12C8-FA02C5A547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144" y="6324600"/>
            <a:ext cx="1725809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093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222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16C10AD-61AB-42BC-A53E-86B246DB64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689689" y="2108837"/>
            <a:ext cx="6812623" cy="264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98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A5120-8B9C-917B-7A85-E3AFC4568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" t="9908" r="40623" b="9908"/>
          <a:stretch>
            <a:fillRect/>
          </a:stretch>
        </p:blipFill>
        <p:spPr>
          <a:xfrm rot="16200000" flipH="1">
            <a:off x="2667002" y="-2666999"/>
            <a:ext cx="6857999" cy="12192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48424A-854B-6DFE-C933-62B21E242765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>
              <a:alpha val="2507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16C10AD-61AB-42BC-A53E-86B246DB64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689689" y="1651633"/>
            <a:ext cx="6812623" cy="264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67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image" Target="../media/image1.jpeg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image" Target="../media/image3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6BCFC-3AA6-0099-F2D4-95B460D06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F8335-B771-675A-6A60-3B0F26976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89BEB-02BB-68E4-E271-682F2F118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329FC-2156-47FC-94BF-B07F6D6E22E9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C2049-1130-15BF-D380-AA1E8C4A3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A482A-E1D5-A115-2115-C1A81F8CA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FBAE1-B464-46D7-A3C4-AA825129306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A2ABF-F378-3093-9BE2-21F61B80C06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1337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8442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646B013-850C-A605-1E41-049AFA56633E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" t="2171" r="11041" b="-2171"/>
          <a:stretch>
            <a:fillRect/>
          </a:stretch>
        </p:blipFill>
        <p:spPr>
          <a:xfrm>
            <a:off x="1" y="6090396"/>
            <a:ext cx="12192000" cy="792167"/>
          </a:xfrm>
          <a:prstGeom prst="rect">
            <a:avLst/>
          </a:prstGeom>
          <a:effectLst>
            <a:outerShdw blurRad="40157" dist="38100" dir="16200000" sx="99000" sy="99000" rotWithShape="0">
              <a:schemeClr val="bg1">
                <a:lumMod val="65000"/>
                <a:alpha val="20000"/>
              </a:schemeClr>
            </a:outerShdw>
          </a:effec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6464" y="472438"/>
            <a:ext cx="11277490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CA" noProof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464" y="1434190"/>
            <a:ext cx="11277489" cy="41730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  <a:p>
            <a:pPr lvl="5"/>
            <a:r>
              <a:rPr lang="en-CA" noProof="0"/>
              <a:t>Sixth level</a:t>
            </a:r>
          </a:p>
          <a:p>
            <a:pPr lvl="6"/>
            <a:r>
              <a:rPr lang="en-CA" noProof="0"/>
              <a:t>Seventh level</a:t>
            </a:r>
          </a:p>
          <a:p>
            <a:pPr lvl="7"/>
            <a:r>
              <a:rPr lang="en-CA" noProof="0"/>
              <a:t>Eighth level</a:t>
            </a:r>
          </a:p>
          <a:p>
            <a:pPr lvl="8"/>
            <a:r>
              <a:rPr lang="en-CA" noProof="0"/>
              <a:t>Ninth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730163-33B5-4747-9B6A-0756DE3686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 bwMode="black">
          <a:xfrm>
            <a:off x="243737" y="6129601"/>
            <a:ext cx="1718541" cy="6660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B5A5FD-3EB3-311A-2E07-1434A7F53C90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10007320" y="6324601"/>
            <a:ext cx="1728950" cy="324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DAE24-B3BA-DB03-6CB5-5E48058196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1337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9499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7744" indent="-237744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37744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2728" indent="-237744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87">
          <p15:clr>
            <a:srgbClr val="F26B43"/>
          </p15:clr>
        </p15:guide>
        <p15:guide id="4" pos="7391">
          <p15:clr>
            <a:srgbClr val="F26B43"/>
          </p15:clr>
        </p15:guide>
        <p15:guide id="5" orient="horz" pos="4126">
          <p15:clr>
            <a:srgbClr val="F26B43"/>
          </p15:clr>
        </p15:guide>
        <p15:guide id="6" orient="horz" pos="39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8.svg"/><Relationship Id="rId7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37C15-A961-AEAE-16C1-457078FF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045527B-5894-1F9B-0728-613343E2E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320038"/>
            <a:ext cx="11734800" cy="792167"/>
          </a:xfrm>
        </p:spPr>
        <p:txBody>
          <a:bodyPr/>
          <a:lstStyle/>
          <a:p>
            <a:r>
              <a:rPr lang="en-GB" noProof="0"/>
              <a:t>Revised Asia Welcome Call Guidelines – Market Gap Assessment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2ECAAE-1CB1-DE3D-0144-7EA00E1A61BC}"/>
              </a:ext>
            </a:extLst>
          </p:cNvPr>
          <p:cNvGraphicFramePr>
            <a:graphicFrameLocks noGrp="1"/>
          </p:cNvGraphicFramePr>
          <p:nvPr/>
        </p:nvGraphicFramePr>
        <p:xfrm>
          <a:off x="247650" y="981834"/>
          <a:ext cx="11725275" cy="511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57498949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3141466223"/>
                    </a:ext>
                  </a:extLst>
                </a:gridCol>
                <a:gridCol w="978391">
                  <a:extLst>
                    <a:ext uri="{9D8B030D-6E8A-4147-A177-3AD203B41FA5}">
                      <a16:colId xmlns:a16="http://schemas.microsoft.com/office/drawing/2014/main" val="758376947"/>
                    </a:ext>
                  </a:extLst>
                </a:gridCol>
                <a:gridCol w="1831779">
                  <a:extLst>
                    <a:ext uri="{9D8B030D-6E8A-4147-A177-3AD203B41FA5}">
                      <a16:colId xmlns:a16="http://schemas.microsoft.com/office/drawing/2014/main" val="1297712568"/>
                    </a:ext>
                  </a:extLst>
                </a:gridCol>
                <a:gridCol w="1831779">
                  <a:extLst>
                    <a:ext uri="{9D8B030D-6E8A-4147-A177-3AD203B41FA5}">
                      <a16:colId xmlns:a16="http://schemas.microsoft.com/office/drawing/2014/main" val="2525182472"/>
                    </a:ext>
                  </a:extLst>
                </a:gridCol>
                <a:gridCol w="1831779">
                  <a:extLst>
                    <a:ext uri="{9D8B030D-6E8A-4147-A177-3AD203B41FA5}">
                      <a16:colId xmlns:a16="http://schemas.microsoft.com/office/drawing/2014/main" val="4105533486"/>
                    </a:ext>
                  </a:extLst>
                </a:gridCol>
                <a:gridCol w="1831779">
                  <a:extLst>
                    <a:ext uri="{9D8B030D-6E8A-4147-A177-3AD203B41FA5}">
                      <a16:colId xmlns:a16="http://schemas.microsoft.com/office/drawing/2014/main" val="3932628547"/>
                    </a:ext>
                  </a:extLst>
                </a:gridCol>
                <a:gridCol w="2340903">
                  <a:extLst>
                    <a:ext uri="{9D8B030D-6E8A-4147-A177-3AD203B41FA5}">
                      <a16:colId xmlns:a16="http://schemas.microsoft.com/office/drawing/2014/main" val="3124691409"/>
                    </a:ext>
                  </a:extLst>
                </a:gridCol>
              </a:tblGrid>
              <a:tr h="273518">
                <a:tc rowSpan="2" gridSpan="3">
                  <a:txBody>
                    <a:bodyPr/>
                    <a:lstStyle/>
                    <a:p>
                      <a:pPr algn="ctr"/>
                      <a:endParaRPr lang="en-GB" sz="1100" b="1" noProof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noProof="0">
                          <a:solidFill>
                            <a:schemeClr val="bg1"/>
                          </a:solidFill>
                        </a:rPr>
                        <a:t>100% Coverage: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noProof="0">
                          <a:solidFill>
                            <a:schemeClr val="bg1"/>
                          </a:solidFill>
                        </a:rPr>
                        <a:t>30% Coverage: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1100" b="1" noProof="0" err="1">
                          <a:solidFill>
                            <a:schemeClr val="bg1"/>
                          </a:solidFill>
                        </a:rPr>
                        <a:t>Dist</a:t>
                      </a:r>
                      <a:r>
                        <a:rPr lang="en-GB" sz="1100" b="1" noProof="0">
                          <a:solidFill>
                            <a:schemeClr val="bg1"/>
                          </a:solidFill>
                        </a:rPr>
                        <a:t> L1B Escalation and Review of Response and </a:t>
                      </a:r>
                      <a:r>
                        <a:rPr lang="en-GB" sz="1100" b="1" noProof="0" err="1">
                          <a:solidFill>
                            <a:schemeClr val="bg1"/>
                          </a:solidFill>
                        </a:rPr>
                        <a:t>Unreachables</a:t>
                      </a:r>
                      <a:endParaRPr lang="en-GB" sz="1100" b="1" noProof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673797"/>
                  </a:ext>
                </a:extLst>
              </a:tr>
              <a:tr h="237700">
                <a:tc gridSpan="3" vMerge="1">
                  <a:txBody>
                    <a:bodyPr/>
                    <a:lstStyle/>
                    <a:p>
                      <a:pPr algn="ctr"/>
                      <a:endParaRPr lang="en-GB" sz="11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noProof="0">
                          <a:solidFill>
                            <a:schemeClr val="bg1"/>
                          </a:solidFill>
                        </a:rPr>
                        <a:t>Vulnerable Customers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noProof="0">
                          <a:solidFill>
                            <a:schemeClr val="bg1"/>
                          </a:solidFill>
                        </a:rPr>
                        <a:t>High Risk 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noProof="0">
                          <a:solidFill>
                            <a:schemeClr val="bg1"/>
                          </a:solidFill>
                        </a:rPr>
                        <a:t>FNA/RPQ Mismatch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noProof="0">
                          <a:solidFill>
                            <a:schemeClr val="bg1"/>
                          </a:solidFill>
                        </a:rPr>
                        <a:t>Medium Risk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1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255582"/>
                  </a:ext>
                </a:extLst>
              </a:tr>
              <a:tr h="23770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noProof="0"/>
                        <a:t>HK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 for UL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C1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 for FNA Mismatch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Gap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Gap</a:t>
                      </a:r>
                      <a:endParaRPr lang="en-GB" sz="1000" noProof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73594336"/>
                  </a:ext>
                </a:extLst>
              </a:tr>
              <a:tr h="237700">
                <a:tc rowSpan="2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100" b="1" noProof="0"/>
                        <a:t>SG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900" b="1" noProof="0"/>
                        <a:t>Agency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Gap</a:t>
                      </a:r>
                      <a:endParaRPr lang="en-GB" sz="1000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161166"/>
                  </a:ext>
                </a:extLst>
              </a:tr>
              <a:tr h="273518">
                <a:tc v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1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900" b="1" noProof="0"/>
                        <a:t>Banca &amp; Brokerage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Welcome Call Exemption Requested for Banca and Brokerage Channel</a:t>
                      </a:r>
                    </a:p>
                    <a:p>
                      <a:pPr algn="ctr"/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(Pre-transaction calls performed following regulatory requirements for vulnerable customers, ILP, etc.)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927471"/>
                  </a:ext>
                </a:extLst>
              </a:tr>
              <a:tr h="237700">
                <a:tc rowSpan="2">
                  <a:txBody>
                    <a:bodyPr/>
                    <a:lstStyle/>
                    <a:p>
                      <a:pPr algn="ctr"/>
                      <a:r>
                        <a:rPr lang="en-GB" sz="1100" b="1" noProof="0"/>
                        <a:t>JP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900" b="1" noProof="0"/>
                        <a:t>PA &amp; IA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C1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  <a:endParaRPr lang="en-GB" sz="1000" noProof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Gap</a:t>
                      </a:r>
                      <a:endParaRPr lang="en-GB" sz="1000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330421"/>
                  </a:ext>
                </a:extLst>
              </a:tr>
              <a:tr h="237700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1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900" b="1" noProof="0"/>
                        <a:t>FI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Welcome Call Exemption Requested for FI Channel (Currently welcome calls are conducted for 1 bank and 2 security firms)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657174"/>
                  </a:ext>
                </a:extLst>
              </a:tr>
              <a:tr h="237700">
                <a:tc gridSpan="3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100" b="1" noProof="0"/>
                        <a:t>CN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368973"/>
                  </a:ext>
                </a:extLst>
              </a:tr>
              <a:tr h="23770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noProof="0"/>
                        <a:t>VN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With PIVC adoption, full compliance with Guidelines</a:t>
                      </a: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44624"/>
                  </a:ext>
                </a:extLst>
              </a:tr>
              <a:tr h="449352"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noProof="0"/>
                        <a:t>ID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</a:t>
                      </a: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uLnTx/>
                        <a:uFillTx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718264"/>
                  </a:ext>
                </a:extLst>
              </a:tr>
              <a:tr h="488426"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noProof="0"/>
                        <a:t>PH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 (CAP already created to address gaps</a:t>
                      </a: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GB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 (CAP already created to address gaps)</a:t>
                      </a:r>
                      <a:endParaRPr kumimoji="0" lang="en-GB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70431"/>
                  </a:ext>
                </a:extLst>
              </a:tr>
              <a:tr h="23770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GB" sz="1100" b="1" noProof="0"/>
                        <a:t>MY</a:t>
                      </a: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noProof="0"/>
                        <a:t>Agency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C1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C1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Gap</a:t>
                      </a:r>
                      <a:endParaRPr lang="en-GB" sz="1000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111658"/>
                  </a:ext>
                </a:extLst>
              </a:tr>
              <a:tr h="237700">
                <a:tc gridSpan="2" vMerge="1">
                  <a:txBody>
                    <a:bodyPr/>
                    <a:lstStyle/>
                    <a:p>
                      <a:pPr algn="ctr"/>
                      <a:endParaRPr lang="en-GB" sz="1100" b="1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noProof="0"/>
                        <a:t>Banca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Generally </a:t>
                      </a: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(UL with premium below RM10,000 are excluded)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C1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noProof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Gap</a:t>
                      </a:r>
                      <a:endParaRPr lang="en-GB" sz="1000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724961"/>
                  </a:ext>
                </a:extLst>
              </a:tr>
              <a:tr h="380972"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noProof="0"/>
                        <a:t>KH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>
                          <a:solidFill>
                            <a:schemeClr val="tx1"/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(SOP already updated to address gaps)</a:t>
                      </a: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672700"/>
                  </a:ext>
                </a:extLst>
              </a:tr>
              <a:tr h="380972"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noProof="0"/>
                        <a:t>MM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>
                          <a:solidFill>
                            <a:schemeClr val="tx1"/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ü</a:t>
                      </a: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(SOP already updated to address gaps)</a:t>
                      </a: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324128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16AA18-4822-4603-405C-29C894923A00}"/>
              </a:ext>
            </a:extLst>
          </p:cNvPr>
          <p:cNvSpPr txBox="1">
            <a:spLocks/>
          </p:cNvSpPr>
          <p:nvPr/>
        </p:nvSpPr>
        <p:spPr>
          <a:xfrm>
            <a:off x="11510962" y="6248400"/>
            <a:ext cx="366713" cy="2023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913AD-BE01-064B-A711-788D50D8A9CA}" type="slidenum">
              <a:rPr kumimoji="1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GB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07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90757-86D8-5301-C1A1-93F47354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4CDF4BE-9CD5-F2DD-0519-A1CDC4F630E4}"/>
              </a:ext>
            </a:extLst>
          </p:cNvPr>
          <p:cNvGrpSpPr/>
          <p:nvPr/>
        </p:nvGrpSpPr>
        <p:grpSpPr>
          <a:xfrm>
            <a:off x="2948185" y="3126390"/>
            <a:ext cx="5500490" cy="294507"/>
            <a:chOff x="2935307" y="3440714"/>
            <a:chExt cx="5755341" cy="2945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EEF7DC-B61A-E4C0-46E6-EB9C21C1C210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44" y="3587967"/>
              <a:ext cx="5748704" cy="0"/>
            </a:xfrm>
            <a:prstGeom prst="line">
              <a:avLst/>
            </a:prstGeom>
            <a:ln w="19050">
              <a:solidFill>
                <a:schemeClr val="bg2"/>
              </a:solidFill>
              <a:prstDash val="sys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B45A6F0-DDA2-43F3-463D-8F78FEE92FAB}"/>
                </a:ext>
              </a:extLst>
            </p:cNvPr>
            <p:cNvGrpSpPr/>
            <p:nvPr/>
          </p:nvGrpSpPr>
          <p:grpSpPr>
            <a:xfrm>
              <a:off x="2935307" y="3440714"/>
              <a:ext cx="293193" cy="294507"/>
              <a:chOff x="54810687" y="0"/>
              <a:chExt cx="6321665" cy="6350000"/>
            </a:xfrm>
            <a:solidFill>
              <a:schemeClr val="accent1"/>
            </a:solidFill>
          </p:grpSpPr>
          <p:sp>
            <p:nvSpPr>
              <p:cNvPr id="24" name="Freeform 27">
                <a:extLst>
                  <a:ext uri="{FF2B5EF4-FFF2-40B4-BE49-F238E27FC236}">
                    <a16:creationId xmlns:a16="http://schemas.microsoft.com/office/drawing/2014/main" id="{7003D649-27E5-E9AB-8693-54EEF265BCF2}"/>
                  </a:ext>
                </a:extLst>
              </p:cNvPr>
              <p:cNvSpPr/>
              <p:nvPr/>
            </p:nvSpPr>
            <p:spPr>
              <a:xfrm>
                <a:off x="5481068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nulife JH Sans Optimized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B0D041D-014A-4702-53ED-9D74B5BAA0C7}"/>
                </a:ext>
              </a:extLst>
            </p:cNvPr>
            <p:cNvGrpSpPr/>
            <p:nvPr/>
          </p:nvGrpSpPr>
          <p:grpSpPr>
            <a:xfrm>
              <a:off x="6998754" y="3440714"/>
              <a:ext cx="293193" cy="294507"/>
              <a:chOff x="56116657" y="0"/>
              <a:chExt cx="6321665" cy="6350000"/>
            </a:xfrm>
            <a:solidFill>
              <a:schemeClr val="tx2"/>
            </a:solidFill>
          </p:grpSpPr>
          <p:sp>
            <p:nvSpPr>
              <p:cNvPr id="28" name="Freeform 31">
                <a:extLst>
                  <a:ext uri="{FF2B5EF4-FFF2-40B4-BE49-F238E27FC236}">
                    <a16:creationId xmlns:a16="http://schemas.microsoft.com/office/drawing/2014/main" id="{4C3324F7-A769-0AE3-87FC-8C35AF74FB58}"/>
                  </a:ext>
                </a:extLst>
              </p:cNvPr>
              <p:cNvSpPr/>
              <p:nvPr/>
            </p:nvSpPr>
            <p:spPr>
              <a:xfrm>
                <a:off x="5611665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nulife JH Sans Optimized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6566D93-E149-27BE-6879-89DDFF5272D7}"/>
              </a:ext>
            </a:extLst>
          </p:cNvPr>
          <p:cNvSpPr txBox="1"/>
          <p:nvPr/>
        </p:nvSpPr>
        <p:spPr>
          <a:xfrm>
            <a:off x="2954528" y="2087228"/>
            <a:ext cx="192227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Coverage for High &amp; Medium Risk Products</a:t>
            </a:r>
          </a:p>
        </p:txBody>
      </p:sp>
      <p:sp>
        <p:nvSpPr>
          <p:cNvPr id="5" name="Title 13">
            <a:extLst>
              <a:ext uri="{FF2B5EF4-FFF2-40B4-BE49-F238E27FC236}">
                <a16:creationId xmlns:a16="http://schemas.microsoft.com/office/drawing/2014/main" id="{D4C35493-9652-DE4A-6ABD-90A1E26F53F1}"/>
              </a:ext>
            </a:extLst>
          </p:cNvPr>
          <p:cNvSpPr txBox="1">
            <a:spLocks/>
          </p:cNvSpPr>
          <p:nvPr/>
        </p:nvSpPr>
        <p:spPr>
          <a:xfrm>
            <a:off x="247650" y="320038"/>
            <a:ext cx="11734800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Arial" panose="020B0604020202020204"/>
              </a:rPr>
              <a:t>HK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Status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230D5DE9-AB72-4669-40F7-046322EC6EC8}"/>
              </a:ext>
            </a:extLst>
          </p:cNvPr>
          <p:cNvSpPr txBox="1">
            <a:spLocks/>
          </p:cNvSpPr>
          <p:nvPr/>
        </p:nvSpPr>
        <p:spPr>
          <a:xfrm>
            <a:off x="11510962" y="6248400"/>
            <a:ext cx="366713" cy="2023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913AD-BE01-064B-A711-788D50D8A9CA}" type="slidenum">
              <a:rPr kumimoji="1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GB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59FE3E-5458-D3CC-7315-7249621A29F1}"/>
              </a:ext>
            </a:extLst>
          </p:cNvPr>
          <p:cNvSpPr txBox="1"/>
          <p:nvPr/>
        </p:nvSpPr>
        <p:spPr>
          <a:xfrm>
            <a:off x="2954527" y="3754504"/>
            <a:ext cx="5494148" cy="155092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Local working group level exploring expanding use of letters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Local Leadership view that achieving regulatory requirements already sufficient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Local working group to discuss with Leaders to align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Potential deviation request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300" b="1" dirty="0">
              <a:solidFill>
                <a:prstClr val="white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A8C0FB2-6705-07F9-1706-CEE3FCE9A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901754" y="1386331"/>
            <a:ext cx="487371" cy="4873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E202DF-2185-B79B-DDA8-BE9D11A08340}"/>
              </a:ext>
            </a:extLst>
          </p:cNvPr>
          <p:cNvSpPr txBox="1"/>
          <p:nvPr/>
        </p:nvSpPr>
        <p:spPr>
          <a:xfrm>
            <a:off x="6735142" y="2057840"/>
            <a:ext cx="153139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FNA/RPQ Mismatch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7C48ACA-43C8-D7AE-36E6-6C416BEF0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726142" y="1364726"/>
            <a:ext cx="510531" cy="51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17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D5DA-CA38-DB98-DFC6-D1E3DB19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05045B7-72D9-6E91-A0FE-60FCEDCA5B3B}"/>
              </a:ext>
            </a:extLst>
          </p:cNvPr>
          <p:cNvGrpSpPr/>
          <p:nvPr/>
        </p:nvGrpSpPr>
        <p:grpSpPr>
          <a:xfrm>
            <a:off x="2948185" y="3126390"/>
            <a:ext cx="5500490" cy="294507"/>
            <a:chOff x="2935307" y="3440714"/>
            <a:chExt cx="5755341" cy="2945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C8F2C42-92AD-66FB-674A-2A5EF4D21844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44" y="3587967"/>
              <a:ext cx="5748704" cy="0"/>
            </a:xfrm>
            <a:prstGeom prst="line">
              <a:avLst/>
            </a:prstGeom>
            <a:ln w="19050">
              <a:solidFill>
                <a:schemeClr val="bg2"/>
              </a:solidFill>
              <a:prstDash val="sys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DFA903A-D704-4132-843D-16FF269AE19D}"/>
                </a:ext>
              </a:extLst>
            </p:cNvPr>
            <p:cNvGrpSpPr/>
            <p:nvPr/>
          </p:nvGrpSpPr>
          <p:grpSpPr>
            <a:xfrm>
              <a:off x="2935307" y="3440714"/>
              <a:ext cx="293193" cy="294507"/>
              <a:chOff x="54810687" y="0"/>
              <a:chExt cx="6321665" cy="6350000"/>
            </a:xfrm>
            <a:solidFill>
              <a:schemeClr val="accent1"/>
            </a:solidFill>
          </p:grpSpPr>
          <p:sp>
            <p:nvSpPr>
              <p:cNvPr id="24" name="Freeform 27">
                <a:extLst>
                  <a:ext uri="{FF2B5EF4-FFF2-40B4-BE49-F238E27FC236}">
                    <a16:creationId xmlns:a16="http://schemas.microsoft.com/office/drawing/2014/main" id="{87852DA8-7F5C-0519-47AF-33EA6DF29541}"/>
                  </a:ext>
                </a:extLst>
              </p:cNvPr>
              <p:cNvSpPr/>
              <p:nvPr/>
            </p:nvSpPr>
            <p:spPr>
              <a:xfrm>
                <a:off x="5481068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nulife JH Sans Optimized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CF9A730-A5C2-EECF-B634-855CC4F3DE49}"/>
                </a:ext>
              </a:extLst>
            </p:cNvPr>
            <p:cNvGrpSpPr/>
            <p:nvPr/>
          </p:nvGrpSpPr>
          <p:grpSpPr>
            <a:xfrm>
              <a:off x="6998754" y="3440714"/>
              <a:ext cx="293193" cy="294507"/>
              <a:chOff x="56116657" y="0"/>
              <a:chExt cx="6321665" cy="6350000"/>
            </a:xfrm>
            <a:solidFill>
              <a:schemeClr val="tx2"/>
            </a:solidFill>
          </p:grpSpPr>
          <p:sp>
            <p:nvSpPr>
              <p:cNvPr id="28" name="Freeform 31">
                <a:extLst>
                  <a:ext uri="{FF2B5EF4-FFF2-40B4-BE49-F238E27FC236}">
                    <a16:creationId xmlns:a16="http://schemas.microsoft.com/office/drawing/2014/main" id="{B5305C40-2909-006D-9D73-F1115A2C9E97}"/>
                  </a:ext>
                </a:extLst>
              </p:cNvPr>
              <p:cNvSpPr/>
              <p:nvPr/>
            </p:nvSpPr>
            <p:spPr>
              <a:xfrm>
                <a:off x="5611665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nulife JH Sans Optimized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78E9704-E9AE-AAA9-23CF-89B42635EDF6}"/>
              </a:ext>
            </a:extLst>
          </p:cNvPr>
          <p:cNvSpPr txBox="1"/>
          <p:nvPr/>
        </p:nvSpPr>
        <p:spPr>
          <a:xfrm>
            <a:off x="2954528" y="2087228"/>
            <a:ext cx="160702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Coverage for Medium Risk Products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7D38A5-5D5F-53E7-A612-71FD379FF7F0}"/>
              </a:ext>
            </a:extLst>
          </p:cNvPr>
          <p:cNvSpPr txBox="1"/>
          <p:nvPr/>
        </p:nvSpPr>
        <p:spPr>
          <a:xfrm>
            <a:off x="6808185" y="2087228"/>
            <a:ext cx="179700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SG Banca &amp; Brokerage Channel</a:t>
            </a:r>
          </a:p>
        </p:txBody>
      </p:sp>
      <p:sp>
        <p:nvSpPr>
          <p:cNvPr id="5" name="Title 13">
            <a:extLst>
              <a:ext uri="{FF2B5EF4-FFF2-40B4-BE49-F238E27FC236}">
                <a16:creationId xmlns:a16="http://schemas.microsoft.com/office/drawing/2014/main" id="{B42D9217-D7E2-AEC0-0E5D-EF41B55924A5}"/>
              </a:ext>
            </a:extLst>
          </p:cNvPr>
          <p:cNvSpPr txBox="1">
            <a:spLocks/>
          </p:cNvSpPr>
          <p:nvPr/>
        </p:nvSpPr>
        <p:spPr>
          <a:xfrm>
            <a:off x="247650" y="320038"/>
            <a:ext cx="11734800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SG Status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2FDDDD1A-CA05-EC8D-C004-46B812B5FAC9}"/>
              </a:ext>
            </a:extLst>
          </p:cNvPr>
          <p:cNvSpPr txBox="1">
            <a:spLocks/>
          </p:cNvSpPr>
          <p:nvPr/>
        </p:nvSpPr>
        <p:spPr>
          <a:xfrm>
            <a:off x="11510962" y="6248400"/>
            <a:ext cx="366713" cy="2023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913AD-BE01-064B-A711-788D50D8A9CA}" type="slidenum">
              <a:rPr kumimoji="1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GB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FA78C-0D7E-7EE4-8049-40B2ED7BF10E}"/>
              </a:ext>
            </a:extLst>
          </p:cNvPr>
          <p:cNvSpPr txBox="1"/>
          <p:nvPr/>
        </p:nvSpPr>
        <p:spPr>
          <a:xfrm>
            <a:off x="2954527" y="3754504"/>
            <a:ext cx="5494148" cy="110884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Exploring email communications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To work with SG on plan-for-plan CAP re above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SG requested roadmap target date: End of Aug 2026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300" b="1" dirty="0">
              <a:solidFill>
                <a:prstClr val="white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8F3F968-0363-DBCB-9E91-D251FB61FA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901754" y="1386331"/>
            <a:ext cx="487371" cy="48737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E6F43C7-6AF1-A855-C6CD-752091B18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808185" y="1391079"/>
            <a:ext cx="440112" cy="44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17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E0EE-5CC7-D785-4E24-C8A7734C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426E549F-0ADF-1CA3-C737-F49CC829351A}"/>
              </a:ext>
            </a:extLst>
          </p:cNvPr>
          <p:cNvGrpSpPr/>
          <p:nvPr/>
        </p:nvGrpSpPr>
        <p:grpSpPr>
          <a:xfrm>
            <a:off x="2948185" y="3126390"/>
            <a:ext cx="5500490" cy="294507"/>
            <a:chOff x="2935307" y="3440714"/>
            <a:chExt cx="5755341" cy="2945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C33B009-E173-A990-E755-34CB56089B0C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44" y="3587967"/>
              <a:ext cx="5748704" cy="0"/>
            </a:xfrm>
            <a:prstGeom prst="line">
              <a:avLst/>
            </a:prstGeom>
            <a:ln w="19050">
              <a:solidFill>
                <a:schemeClr val="bg2"/>
              </a:solidFill>
              <a:prstDash val="sys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0C9DD8C-5C38-C88B-6EA4-C05EB055CA55}"/>
                </a:ext>
              </a:extLst>
            </p:cNvPr>
            <p:cNvGrpSpPr/>
            <p:nvPr/>
          </p:nvGrpSpPr>
          <p:grpSpPr>
            <a:xfrm>
              <a:off x="2935307" y="3440714"/>
              <a:ext cx="293193" cy="294507"/>
              <a:chOff x="54810687" y="0"/>
              <a:chExt cx="6321665" cy="6350000"/>
            </a:xfrm>
            <a:solidFill>
              <a:schemeClr val="accent1"/>
            </a:solidFill>
          </p:grpSpPr>
          <p:sp>
            <p:nvSpPr>
              <p:cNvPr id="24" name="Freeform 27">
                <a:extLst>
                  <a:ext uri="{FF2B5EF4-FFF2-40B4-BE49-F238E27FC236}">
                    <a16:creationId xmlns:a16="http://schemas.microsoft.com/office/drawing/2014/main" id="{B5D34A4C-B9DA-0F8D-299B-BF0762E40903}"/>
                  </a:ext>
                </a:extLst>
              </p:cNvPr>
              <p:cNvSpPr/>
              <p:nvPr/>
            </p:nvSpPr>
            <p:spPr>
              <a:xfrm>
                <a:off x="5481068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nulife JH Sans Optimized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04F9ACA-2CF5-BDD6-A6D8-5050CA603550}"/>
                </a:ext>
              </a:extLst>
            </p:cNvPr>
            <p:cNvGrpSpPr/>
            <p:nvPr/>
          </p:nvGrpSpPr>
          <p:grpSpPr>
            <a:xfrm>
              <a:off x="6998754" y="3440714"/>
              <a:ext cx="293193" cy="294507"/>
              <a:chOff x="56116657" y="0"/>
              <a:chExt cx="6321665" cy="6350000"/>
            </a:xfrm>
            <a:solidFill>
              <a:schemeClr val="tx2"/>
            </a:solidFill>
          </p:grpSpPr>
          <p:sp>
            <p:nvSpPr>
              <p:cNvPr id="28" name="Freeform 31">
                <a:extLst>
                  <a:ext uri="{FF2B5EF4-FFF2-40B4-BE49-F238E27FC236}">
                    <a16:creationId xmlns:a16="http://schemas.microsoft.com/office/drawing/2014/main" id="{A3629176-B517-03FF-AEF0-6D3DE3E81FCF}"/>
                  </a:ext>
                </a:extLst>
              </p:cNvPr>
              <p:cNvSpPr/>
              <p:nvPr/>
            </p:nvSpPr>
            <p:spPr>
              <a:xfrm>
                <a:off x="5611665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nulife JH Sans Optimized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ECC7270-E6A2-F152-3BB1-EE4CF5AC7CB8}"/>
              </a:ext>
            </a:extLst>
          </p:cNvPr>
          <p:cNvSpPr txBox="1"/>
          <p:nvPr/>
        </p:nvSpPr>
        <p:spPr>
          <a:xfrm>
            <a:off x="2948185" y="2151901"/>
            <a:ext cx="1797003" cy="6309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JP FI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Channel</a:t>
            </a:r>
          </a:p>
        </p:txBody>
      </p:sp>
      <p:sp>
        <p:nvSpPr>
          <p:cNvPr id="5" name="Title 13">
            <a:extLst>
              <a:ext uri="{FF2B5EF4-FFF2-40B4-BE49-F238E27FC236}">
                <a16:creationId xmlns:a16="http://schemas.microsoft.com/office/drawing/2014/main" id="{DDB16FC7-D91E-9995-2F30-1A58E96087E9}"/>
              </a:ext>
            </a:extLst>
          </p:cNvPr>
          <p:cNvSpPr txBox="1">
            <a:spLocks/>
          </p:cNvSpPr>
          <p:nvPr/>
        </p:nvSpPr>
        <p:spPr>
          <a:xfrm>
            <a:off x="247650" y="320038"/>
            <a:ext cx="11734800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Arial" panose="020B0604020202020204"/>
              </a:rPr>
              <a:t>JP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Status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3FA6FBF4-5323-F62F-204C-2DAB287BBC55}"/>
              </a:ext>
            </a:extLst>
          </p:cNvPr>
          <p:cNvSpPr txBox="1">
            <a:spLocks/>
          </p:cNvSpPr>
          <p:nvPr/>
        </p:nvSpPr>
        <p:spPr>
          <a:xfrm>
            <a:off x="11510962" y="6248400"/>
            <a:ext cx="366713" cy="2023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913AD-BE01-064B-A711-788D50D8A9CA}" type="slidenum">
              <a:rPr kumimoji="1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GB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C47F1-65AD-9ABC-AE0B-B63091B33366}"/>
              </a:ext>
            </a:extLst>
          </p:cNvPr>
          <p:cNvSpPr txBox="1"/>
          <p:nvPr/>
        </p:nvSpPr>
        <p:spPr>
          <a:xfrm>
            <a:off x="2954527" y="3754504"/>
            <a:ext cx="5494148" cy="134137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JP is reaching out to banks for feedback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Call set up with JP on Fri to discuss findings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JP already has CAP on flagging FNA/RPQ mismatches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Potential deviation request required for FI channel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300" b="1" dirty="0">
              <a:solidFill>
                <a:prstClr val="white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9ABD052-565A-0452-3F56-235AE933D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948185" y="1455752"/>
            <a:ext cx="440112" cy="4401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794A2D-790B-0DF6-9F5F-229BDB63C52B}"/>
              </a:ext>
            </a:extLst>
          </p:cNvPr>
          <p:cNvSpPr txBox="1"/>
          <p:nvPr/>
        </p:nvSpPr>
        <p:spPr>
          <a:xfrm>
            <a:off x="6681116" y="2127688"/>
            <a:ext cx="153139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FNA/RPQ Mismatch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CBA69F8-04AD-C05E-07CF-5A4AD3185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672116" y="1434574"/>
            <a:ext cx="510531" cy="51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31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684DB-101B-7037-32EC-5AD7636D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4A269AEE-00D3-B8AD-FA61-FF606F2E2C00}"/>
              </a:ext>
            </a:extLst>
          </p:cNvPr>
          <p:cNvGrpSpPr/>
          <p:nvPr/>
        </p:nvGrpSpPr>
        <p:grpSpPr>
          <a:xfrm>
            <a:off x="2948185" y="3126390"/>
            <a:ext cx="5500490" cy="294507"/>
            <a:chOff x="2935307" y="3440714"/>
            <a:chExt cx="5755341" cy="2945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32C8D94-6844-8694-DC98-BC952FB28953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44" y="3587967"/>
              <a:ext cx="5748704" cy="0"/>
            </a:xfrm>
            <a:prstGeom prst="line">
              <a:avLst/>
            </a:prstGeom>
            <a:ln w="19050">
              <a:solidFill>
                <a:schemeClr val="bg2"/>
              </a:solidFill>
              <a:prstDash val="sys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8CA193-C03B-6727-2814-CE4E5F343F79}"/>
                </a:ext>
              </a:extLst>
            </p:cNvPr>
            <p:cNvGrpSpPr/>
            <p:nvPr/>
          </p:nvGrpSpPr>
          <p:grpSpPr>
            <a:xfrm>
              <a:off x="2935307" y="3440714"/>
              <a:ext cx="293193" cy="294507"/>
              <a:chOff x="54810687" y="0"/>
              <a:chExt cx="6321665" cy="6350000"/>
            </a:xfrm>
            <a:solidFill>
              <a:schemeClr val="accent1"/>
            </a:solidFill>
          </p:grpSpPr>
          <p:sp>
            <p:nvSpPr>
              <p:cNvPr id="24" name="Freeform 27">
                <a:extLst>
                  <a:ext uri="{FF2B5EF4-FFF2-40B4-BE49-F238E27FC236}">
                    <a16:creationId xmlns:a16="http://schemas.microsoft.com/office/drawing/2014/main" id="{F5724B62-ADF5-DF64-92E8-EAB1B34BFC37}"/>
                  </a:ext>
                </a:extLst>
              </p:cNvPr>
              <p:cNvSpPr/>
              <p:nvPr/>
            </p:nvSpPr>
            <p:spPr>
              <a:xfrm>
                <a:off x="5481068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nulife JH Sans Optimized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BA3B3B0-5F2D-3EC0-D0F3-5B586A87F600}"/>
                </a:ext>
              </a:extLst>
            </p:cNvPr>
            <p:cNvGrpSpPr/>
            <p:nvPr/>
          </p:nvGrpSpPr>
          <p:grpSpPr>
            <a:xfrm>
              <a:off x="6998754" y="3440714"/>
              <a:ext cx="293193" cy="294507"/>
              <a:chOff x="56116657" y="0"/>
              <a:chExt cx="6321665" cy="6350000"/>
            </a:xfrm>
            <a:solidFill>
              <a:schemeClr val="tx2"/>
            </a:solidFill>
          </p:grpSpPr>
          <p:sp>
            <p:nvSpPr>
              <p:cNvPr id="28" name="Freeform 31">
                <a:extLst>
                  <a:ext uri="{FF2B5EF4-FFF2-40B4-BE49-F238E27FC236}">
                    <a16:creationId xmlns:a16="http://schemas.microsoft.com/office/drawing/2014/main" id="{6511BD9D-979B-AB60-B800-A7D1910B4BED}"/>
                  </a:ext>
                </a:extLst>
              </p:cNvPr>
              <p:cNvSpPr/>
              <p:nvPr/>
            </p:nvSpPr>
            <p:spPr>
              <a:xfrm>
                <a:off x="5611665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nulife JH Sans Optimized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5" name="Title 13">
            <a:extLst>
              <a:ext uri="{FF2B5EF4-FFF2-40B4-BE49-F238E27FC236}">
                <a16:creationId xmlns:a16="http://schemas.microsoft.com/office/drawing/2014/main" id="{A2008E64-78AA-DBAF-3A4F-66325E24371E}"/>
              </a:ext>
            </a:extLst>
          </p:cNvPr>
          <p:cNvSpPr txBox="1">
            <a:spLocks/>
          </p:cNvSpPr>
          <p:nvPr/>
        </p:nvSpPr>
        <p:spPr>
          <a:xfrm>
            <a:off x="247650" y="320038"/>
            <a:ext cx="11734800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MY Status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296527A0-D9FC-CB03-B222-934FB368E0AB}"/>
              </a:ext>
            </a:extLst>
          </p:cNvPr>
          <p:cNvSpPr txBox="1">
            <a:spLocks/>
          </p:cNvSpPr>
          <p:nvPr/>
        </p:nvSpPr>
        <p:spPr>
          <a:xfrm>
            <a:off x="11510962" y="6248400"/>
            <a:ext cx="366713" cy="2023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913AD-BE01-064B-A711-788D50D8A9CA}" type="slidenum">
              <a:rPr kumimoji="1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GB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F332E-5181-98F8-28D7-C3521DF58862}"/>
              </a:ext>
            </a:extLst>
          </p:cNvPr>
          <p:cNvSpPr txBox="1"/>
          <p:nvPr/>
        </p:nvSpPr>
        <p:spPr>
          <a:xfrm>
            <a:off x="2954527" y="3754504"/>
            <a:ext cx="5494148" cy="168057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Working group explored using email communications (short-term) and digital platform (long-term) to address gap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Yet to algin with Local Leadership who may have different views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Need to set up system to flag FNA/RPQ mismatches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300" b="1" dirty="0">
                <a:solidFill>
                  <a:prstClr val="white"/>
                </a:solidFill>
                <a:latin typeface="Arial" panose="020B0604020202020204"/>
                <a:cs typeface="Arial" panose="020B0604020202020204" pitchFamily="34" charset="0"/>
              </a:rPr>
              <a:t>Potential deviation request required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300" b="1" dirty="0">
              <a:solidFill>
                <a:prstClr val="white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F61CF-3E08-7E5C-6D55-589E69BF005B}"/>
              </a:ext>
            </a:extLst>
          </p:cNvPr>
          <p:cNvSpPr txBox="1"/>
          <p:nvPr/>
        </p:nvSpPr>
        <p:spPr>
          <a:xfrm>
            <a:off x="6681116" y="2127688"/>
            <a:ext cx="153139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FNA/RPQ Mismatch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5E29B2-A9B7-F354-27A8-56A2B6C4E3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72116" y="1434574"/>
            <a:ext cx="510531" cy="510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2B7938-5BF1-882A-0AF1-A28CED365BFF}"/>
              </a:ext>
            </a:extLst>
          </p:cNvPr>
          <p:cNvSpPr txBox="1"/>
          <p:nvPr/>
        </p:nvSpPr>
        <p:spPr>
          <a:xfrm>
            <a:off x="2948185" y="2148140"/>
            <a:ext cx="160702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282B3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Coverage for High Risk Products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D27733-FA46-C8DF-C96B-C1260CF27E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95411" y="1447243"/>
            <a:ext cx="487371" cy="48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1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D5DA-CA38-DB98-DFC6-D1E3DB19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3">
            <a:extLst>
              <a:ext uri="{FF2B5EF4-FFF2-40B4-BE49-F238E27FC236}">
                <a16:creationId xmlns:a16="http://schemas.microsoft.com/office/drawing/2014/main" id="{B42D9217-D7E2-AEC0-0E5D-EF41B55924A5}"/>
              </a:ext>
            </a:extLst>
          </p:cNvPr>
          <p:cNvSpPr txBox="1">
            <a:spLocks/>
          </p:cNvSpPr>
          <p:nvPr/>
        </p:nvSpPr>
        <p:spPr>
          <a:xfrm>
            <a:off x="247650" y="320038"/>
            <a:ext cx="11734800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Dist</a:t>
            </a:r>
            <a:r>
              <a:rPr lang="en-GB" dirty="0">
                <a:solidFill>
                  <a:prstClr val="black"/>
                </a:solidFill>
                <a:latin typeface="Arial" panose="020B0604020202020204"/>
              </a:rPr>
              <a:t>. L1B Review and Escalation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2FDDDD1A-CA05-EC8D-C004-46B812B5FAC9}"/>
              </a:ext>
            </a:extLst>
          </p:cNvPr>
          <p:cNvSpPr txBox="1">
            <a:spLocks/>
          </p:cNvSpPr>
          <p:nvPr/>
        </p:nvSpPr>
        <p:spPr>
          <a:xfrm>
            <a:off x="11510962" y="6248400"/>
            <a:ext cx="366713" cy="2023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913AD-BE01-064B-A711-788D50D8A9CA}" type="slidenum">
              <a:rPr kumimoji="1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GB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0495CC0-AF5C-921E-8D6F-AC16C161903F}"/>
              </a:ext>
            </a:extLst>
          </p:cNvPr>
          <p:cNvSpPr txBox="1">
            <a:spLocks/>
          </p:cNvSpPr>
          <p:nvPr/>
        </p:nvSpPr>
        <p:spPr>
          <a:xfrm>
            <a:off x="871700" y="1910403"/>
            <a:ext cx="4433725" cy="7911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744" indent="-237744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37744" algn="l" defTabSz="9144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5000"/>
              </a:lnSpc>
              <a:spcBef>
                <a:spcPts val="8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728" indent="-237744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Unreachable Calls Protocol: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Escalate to local Dist. Line 1B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within 7 business days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9CD44DB-F9C0-49B0-4DAE-90AE4C9635F1}"/>
              </a:ext>
            </a:extLst>
          </p:cNvPr>
          <p:cNvSpPr txBox="1">
            <a:spLocks/>
          </p:cNvSpPr>
          <p:nvPr/>
        </p:nvSpPr>
        <p:spPr>
          <a:xfrm>
            <a:off x="871699" y="3672277"/>
            <a:ext cx="4433725" cy="3411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744" indent="-237744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37744" algn="l" defTabSz="9144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5000"/>
              </a:lnSpc>
              <a:spcBef>
                <a:spcPts val="8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728" indent="-237744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Indications of Potential Mis-selling: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Escalate to local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Dist. L1B and Compliance within 1 day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15000"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Graphic 3" descr="Clipboard All Crosses with solid fill">
            <a:extLst>
              <a:ext uri="{FF2B5EF4-FFF2-40B4-BE49-F238E27FC236}">
                <a16:creationId xmlns:a16="http://schemas.microsoft.com/office/drawing/2014/main" id="{49A09010-139C-E303-C845-96FEDBBCC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191" y="1910265"/>
            <a:ext cx="294841" cy="294841"/>
          </a:xfrm>
          <a:prstGeom prst="rect">
            <a:avLst/>
          </a:prstGeom>
        </p:spPr>
      </p:pic>
      <p:pic>
        <p:nvPicPr>
          <p:cNvPr id="6" name="Graphic 5" descr="Siren with solid fill">
            <a:extLst>
              <a:ext uri="{FF2B5EF4-FFF2-40B4-BE49-F238E27FC236}">
                <a16:creationId xmlns:a16="http://schemas.microsoft.com/office/drawing/2014/main" id="{917ABC96-1872-089E-6874-42EDFE569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661" y="3652447"/>
            <a:ext cx="380818" cy="380818"/>
          </a:xfrm>
          <a:prstGeom prst="rect">
            <a:avLst/>
          </a:prstGeom>
        </p:spPr>
      </p:pic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D28B5004-0FF3-854F-D530-21517F4F1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07" y="2609850"/>
            <a:ext cx="276225" cy="276225"/>
          </a:xfrm>
          <a:prstGeom prst="rect">
            <a:avLst/>
          </a:prstGeom>
        </p:spPr>
      </p:pic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67B9C1D-8C42-ED9E-8E74-4491FA084D9C}"/>
              </a:ext>
            </a:extLst>
          </p:cNvPr>
          <p:cNvSpPr txBox="1">
            <a:spLocks/>
          </p:cNvSpPr>
          <p:nvPr/>
        </p:nvSpPr>
        <p:spPr>
          <a:xfrm>
            <a:off x="890750" y="2609850"/>
            <a:ext cx="4433725" cy="7911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744" indent="-237744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37744" algn="l" defTabSz="9144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5000"/>
              </a:lnSpc>
              <a:spcBef>
                <a:spcPts val="8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728" indent="-237744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Dist. L1B Review: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Markets Dist. L1B review will focus on policy legitimacy, potential distribution quality issues, and indications of misconduct or fraud.  Suspected misconduct may be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escalated to local Compliance immediately for investigation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260CC3-0377-449C-5067-28D462C5077E}"/>
              </a:ext>
            </a:extLst>
          </p:cNvPr>
          <p:cNvSpPr txBox="1">
            <a:spLocks/>
          </p:cNvSpPr>
          <p:nvPr/>
        </p:nvSpPr>
        <p:spPr>
          <a:xfrm>
            <a:off x="852649" y="4391553"/>
            <a:ext cx="3766976" cy="2308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744" indent="-237744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37744" algn="l" defTabSz="9144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5000"/>
              </a:lnSpc>
              <a:spcBef>
                <a:spcPts val="8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728" indent="-237744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Reference: Revised Asia Welcome Call Guidelines: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15000"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43E0E39-0001-B89D-F2C7-8AC50F0FA3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254052"/>
              </p:ext>
            </p:extLst>
          </p:nvPr>
        </p:nvGraphicFramePr>
        <p:xfrm>
          <a:off x="4522604" y="4273069"/>
          <a:ext cx="782821" cy="660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6" imgW="914400" imgH="771525" progId="AcroExch.Document.DC">
                  <p:embed/>
                </p:oleObj>
              </mc:Choice>
              <mc:Fallback>
                <p:oleObj name="Acrobat Document" showAsIcon="1" r:id="rId6" imgW="914400" imgH="771525" progId="AcroExch.Document.DC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61F0ED87-73DA-1076-461C-0153FAAAD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22604" y="4273069"/>
                        <a:ext cx="782821" cy="660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Graphic 17" descr="Speaker phone with solid fill">
            <a:extLst>
              <a:ext uri="{FF2B5EF4-FFF2-40B4-BE49-F238E27FC236}">
                <a16:creationId xmlns:a16="http://schemas.microsoft.com/office/drawing/2014/main" id="{7053C2ED-4FCF-03BF-CF88-2E7F0C64D4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9616" y="4294903"/>
            <a:ext cx="380818" cy="380818"/>
          </a:xfrm>
          <a:prstGeom prst="rect">
            <a:avLst/>
          </a:prstGeom>
        </p:spPr>
      </p:pic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8E824E55-2DF0-C9F7-E6D8-C45B322F2988}"/>
              </a:ext>
            </a:extLst>
          </p:cNvPr>
          <p:cNvSpPr txBox="1">
            <a:spLocks/>
          </p:cNvSpPr>
          <p:nvPr/>
        </p:nvSpPr>
        <p:spPr>
          <a:xfrm>
            <a:off x="6972462" y="1809555"/>
            <a:ext cx="4538500" cy="7911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744" indent="-237744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37744" algn="l" defTabSz="9144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5000"/>
              </a:lnSpc>
              <a:spcBef>
                <a:spcPts val="8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728" indent="-237744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9344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Dist. L1B Review: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758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 review </a:t>
            </a:r>
          </a:p>
        </p:txBody>
      </p:sp>
    </p:spTree>
    <p:extLst>
      <p:ext uri="{BB962C8B-B14F-4D97-AF65-F5344CB8AC3E}">
        <p14:creationId xmlns:p14="http://schemas.microsoft.com/office/powerpoint/2010/main" val="4030871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83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9EA1-BE82-FDEA-BF42-D52B6B5D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442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92D1D-262B-F07C-4F88-E936AB04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255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31047-5A4B-564B-94E8-4447B5DF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15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lide layouts">
  <a:themeElements>
    <a:clrScheme name="Theme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604584"/>
      </a:accent4>
      <a:accent5>
        <a:srgbClr val="F49600"/>
      </a:accent5>
      <a:accent6>
        <a:srgbClr val="06C7BA"/>
      </a:accent6>
      <a:hlink>
        <a:srgbClr val="0000C1"/>
      </a:hlink>
      <a:folHlink>
        <a:srgbClr val="0000C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363" indent="-233363" algn="l">
          <a:spcBef>
            <a:spcPts val="600"/>
          </a:spcBef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026722 - Corporate PPT Template_16x9_MP 1026722 E_0818_v14" id="{3527DC7A-8C8D-4E9E-9B6E-A1046016BC1D}" vid="{5393119F-6D4A-4296-9D2C-28F94A85A1E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490</Words>
  <Application>Microsoft Office PowerPoint</Application>
  <PresentationFormat>Widescreen</PresentationFormat>
  <Paragraphs>129</Paragraphs>
  <Slides>10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Manulife JH Sans Optimized</vt:lpstr>
      <vt:lpstr>Wingdings</vt:lpstr>
      <vt:lpstr>Office Theme</vt:lpstr>
      <vt:lpstr>Slide layouts</vt:lpstr>
      <vt:lpstr>Adobe Acrobat Document</vt:lpstr>
      <vt:lpstr>Revised Asia Welcome Call Guidelines – Market Gap Assessment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Lee</dc:creator>
  <cp:lastModifiedBy>Derek Lee</cp:lastModifiedBy>
  <cp:revision>2</cp:revision>
  <dcterms:created xsi:type="dcterms:W3CDTF">2026-05-19T01:12:51Z</dcterms:created>
  <dcterms:modified xsi:type="dcterms:W3CDTF">2026-05-19T02:19:09Z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27cab5-59e6-424d-abbb-227cd06504a3_Enabled">
    <vt:lpwstr>true</vt:lpwstr>
  </property>
  <property fmtid="{D5CDD505-2E9C-101B-9397-08002B2CF9AE}" pid="3" name="MSIP_Label_5a27cab5-59e6-424d-abbb-227cd06504a3_SetDate">
    <vt:lpwstr>2026-05-19T01:53:18Z</vt:lpwstr>
  </property>
  <property fmtid="{D5CDD505-2E9C-101B-9397-08002B2CF9AE}" pid="4" name="MSIP_Label_5a27cab5-59e6-424d-abbb-227cd06504a3_Method">
    <vt:lpwstr>Privileged</vt:lpwstr>
  </property>
  <property fmtid="{D5CDD505-2E9C-101B-9397-08002B2CF9AE}" pid="5" name="MSIP_Label_5a27cab5-59e6-424d-abbb-227cd06504a3_Name">
    <vt:lpwstr>INTERNAL v2</vt:lpwstr>
  </property>
  <property fmtid="{D5CDD505-2E9C-101B-9397-08002B2CF9AE}" pid="6" name="MSIP_Label_5a27cab5-59e6-424d-abbb-227cd06504a3_SiteId">
    <vt:lpwstr>5d3e2773-e07f-4432-a630-1a0f68a28a05</vt:lpwstr>
  </property>
  <property fmtid="{D5CDD505-2E9C-101B-9397-08002B2CF9AE}" pid="7" name="MSIP_Label_5a27cab5-59e6-424d-abbb-227cd06504a3_ActionId">
    <vt:lpwstr>fc9b381d-5751-4529-b641-51ccc0bb20ec</vt:lpwstr>
  </property>
  <property fmtid="{D5CDD505-2E9C-101B-9397-08002B2CF9AE}" pid="8" name="MSIP_Label_5a27cab5-59e6-424d-abbb-227cd06504a3_ContentBits">
    <vt:lpwstr>2</vt:lpwstr>
  </property>
  <property fmtid="{D5CDD505-2E9C-101B-9397-08002B2CF9AE}" pid="9" name="MSIP_Label_5a27cab5-59e6-424d-abbb-227cd06504a3_Tag">
    <vt:lpwstr>10, 0, 1, 1</vt:lpwstr>
  </property>
  <property fmtid="{D5CDD505-2E9C-101B-9397-08002B2CF9AE}" pid="10" name="ClassificationContentMarkingFooterLocations">
    <vt:lpwstr>Office Theme:8\Slide layouts:5</vt:lpwstr>
  </property>
  <property fmtid="{D5CDD505-2E9C-101B-9397-08002B2CF9AE}" pid="11" name="ClassificationContentMarkingFooterText">
    <vt:lpwstr>INTERNAL</vt:lpwstr>
  </property>
</Properties>
</file>